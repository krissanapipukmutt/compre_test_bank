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0"/>
  </p:notesMasterIdLst>
  <p:handoutMasterIdLst>
    <p:handoutMasterId r:id="rId11"/>
  </p:handoutMasterIdLst>
  <p:sldIdLst>
    <p:sldId id="256" r:id="rId5"/>
    <p:sldId id="343" r:id="rId6"/>
    <p:sldId id="344" r:id="rId7"/>
    <p:sldId id="345" r:id="rId8"/>
    <p:sldId id="346" r:id="rId9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3333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8EB79-B291-447E-83B2-E635F8DC447B}" v="4" dt="2025-09-06T10:38:47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33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hida chongsuphajaisiddhi" userId="da620767-6566-4c5a-a82c-368361341304" providerId="ADAL" clId="{9418EB79-B291-447E-83B2-E635F8DC447B}"/>
    <pc:docChg chg="custSel addSld delSld modSld">
      <pc:chgData name="vithida chongsuphajaisiddhi" userId="da620767-6566-4c5a-a82c-368361341304" providerId="ADAL" clId="{9418EB79-B291-447E-83B2-E635F8DC447B}" dt="2025-09-06T10:41:37.142" v="68" actId="2696"/>
      <pc:docMkLst>
        <pc:docMk/>
      </pc:docMkLst>
      <pc:sldChg chg="modSp mod">
        <pc:chgData name="vithida chongsuphajaisiddhi" userId="da620767-6566-4c5a-a82c-368361341304" providerId="ADAL" clId="{9418EB79-B291-447E-83B2-E635F8DC447B}" dt="2025-09-06T10:36:02.951" v="38" actId="20577"/>
        <pc:sldMkLst>
          <pc:docMk/>
          <pc:sldMk cId="1652133998" sldId="256"/>
        </pc:sldMkLst>
        <pc:spChg chg="mod">
          <ac:chgData name="vithida chongsuphajaisiddhi" userId="da620767-6566-4c5a-a82c-368361341304" providerId="ADAL" clId="{9418EB79-B291-447E-83B2-E635F8DC447B}" dt="2025-09-06T10:36:02.951" v="38" actId="20577"/>
          <ac:spMkLst>
            <pc:docMk/>
            <pc:sldMk cId="1652133998" sldId="256"/>
            <ac:spMk id="6" creationId="{00000000-0000-0000-0000-000000000000}"/>
          </ac:spMkLst>
        </pc:spChg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587764385" sldId="318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1869759426" sldId="319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1833412516" sldId="320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868505417" sldId="321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82219796" sldId="322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457877247" sldId="323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957605316" sldId="324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33555770" sldId="325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3030816767" sldId="326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2690361565" sldId="327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3161948332" sldId="328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1746419650" sldId="329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3466371160" sldId="330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4076213790" sldId="341"/>
        </pc:sldMkLst>
      </pc:sldChg>
      <pc:sldChg chg="del">
        <pc:chgData name="vithida chongsuphajaisiddhi" userId="da620767-6566-4c5a-a82c-368361341304" providerId="ADAL" clId="{9418EB79-B291-447E-83B2-E635F8DC447B}" dt="2025-09-06T10:41:37.142" v="68" actId="2696"/>
        <pc:sldMkLst>
          <pc:docMk/>
          <pc:sldMk cId="1626394156" sldId="342"/>
        </pc:sldMkLst>
      </pc:sldChg>
      <pc:sldChg chg="addSp delSp modSp new mod modClrScheme chgLayout">
        <pc:chgData name="vithida chongsuphajaisiddhi" userId="da620767-6566-4c5a-a82c-368361341304" providerId="ADAL" clId="{9418EB79-B291-447E-83B2-E635F8DC447B}" dt="2025-09-06T10:36:59.420" v="47" actId="1076"/>
        <pc:sldMkLst>
          <pc:docMk/>
          <pc:sldMk cId="1837893519" sldId="343"/>
        </pc:sldMkLst>
        <pc:spChg chg="del mod ord">
          <ac:chgData name="vithida chongsuphajaisiddhi" userId="da620767-6566-4c5a-a82c-368361341304" providerId="ADAL" clId="{9418EB79-B291-447E-83B2-E635F8DC447B}" dt="2025-09-06T10:36:17.603" v="40" actId="700"/>
          <ac:spMkLst>
            <pc:docMk/>
            <pc:sldMk cId="1837893519" sldId="343"/>
            <ac:spMk id="2" creationId="{0D0CA148-98CD-4576-A173-E3BF99C53C28}"/>
          </ac:spMkLst>
        </pc:spChg>
        <pc:spChg chg="del">
          <ac:chgData name="vithida chongsuphajaisiddhi" userId="da620767-6566-4c5a-a82c-368361341304" providerId="ADAL" clId="{9418EB79-B291-447E-83B2-E635F8DC447B}" dt="2025-09-06T10:36:17.603" v="40" actId="700"/>
          <ac:spMkLst>
            <pc:docMk/>
            <pc:sldMk cId="1837893519" sldId="343"/>
            <ac:spMk id="3" creationId="{EC91D38B-5AF1-442E-9C69-F6C33938DAD9}"/>
          </ac:spMkLst>
        </pc:spChg>
        <pc:spChg chg="del">
          <ac:chgData name="vithida chongsuphajaisiddhi" userId="da620767-6566-4c5a-a82c-368361341304" providerId="ADAL" clId="{9418EB79-B291-447E-83B2-E635F8DC447B}" dt="2025-09-06T10:36:17.603" v="40" actId="700"/>
          <ac:spMkLst>
            <pc:docMk/>
            <pc:sldMk cId="1837893519" sldId="343"/>
            <ac:spMk id="4" creationId="{194EBF1E-CA21-4E42-972F-4F422DD482A4}"/>
          </ac:spMkLst>
        </pc:spChg>
        <pc:spChg chg="mod ord">
          <ac:chgData name="vithida chongsuphajaisiddhi" userId="da620767-6566-4c5a-a82c-368361341304" providerId="ADAL" clId="{9418EB79-B291-447E-83B2-E635F8DC447B}" dt="2025-09-06T10:36:26.820" v="41" actId="700"/>
          <ac:spMkLst>
            <pc:docMk/>
            <pc:sldMk cId="1837893519" sldId="343"/>
            <ac:spMk id="5" creationId="{01807CA2-AFF6-43D7-81E9-C7998AEFBE5B}"/>
          </ac:spMkLst>
        </pc:spChg>
        <pc:spChg chg="add del mod ord">
          <ac:chgData name="vithida chongsuphajaisiddhi" userId="da620767-6566-4c5a-a82c-368361341304" providerId="ADAL" clId="{9418EB79-B291-447E-83B2-E635F8DC447B}" dt="2025-09-06T10:36:26.820" v="41" actId="700"/>
          <ac:spMkLst>
            <pc:docMk/>
            <pc:sldMk cId="1837893519" sldId="343"/>
            <ac:spMk id="6" creationId="{2F9EEE8C-26A5-4966-89DF-C42888CE08A2}"/>
          </ac:spMkLst>
        </pc:spChg>
        <pc:picChg chg="add mod">
          <ac:chgData name="vithida chongsuphajaisiddhi" userId="da620767-6566-4c5a-a82c-368361341304" providerId="ADAL" clId="{9418EB79-B291-447E-83B2-E635F8DC447B}" dt="2025-09-06T10:36:59.420" v="47" actId="1076"/>
          <ac:picMkLst>
            <pc:docMk/>
            <pc:sldMk cId="1837893519" sldId="343"/>
            <ac:picMk id="8" creationId="{A2651304-828C-4C19-8391-3BF21C8761CD}"/>
          </ac:picMkLst>
        </pc:picChg>
      </pc:sldChg>
      <pc:sldChg chg="addSp modSp new mod">
        <pc:chgData name="vithida chongsuphajaisiddhi" userId="da620767-6566-4c5a-a82c-368361341304" providerId="ADAL" clId="{9418EB79-B291-447E-83B2-E635F8DC447B}" dt="2025-09-06T10:37:24.099" v="53" actId="1076"/>
        <pc:sldMkLst>
          <pc:docMk/>
          <pc:sldMk cId="1930065468" sldId="344"/>
        </pc:sldMkLst>
        <pc:picChg chg="add mod">
          <ac:chgData name="vithida chongsuphajaisiddhi" userId="da620767-6566-4c5a-a82c-368361341304" providerId="ADAL" clId="{9418EB79-B291-447E-83B2-E635F8DC447B}" dt="2025-09-06T10:37:24.099" v="53" actId="1076"/>
          <ac:picMkLst>
            <pc:docMk/>
            <pc:sldMk cId="1930065468" sldId="344"/>
            <ac:picMk id="4" creationId="{E3534986-5610-49C1-BBD1-F885E0E0CA53}"/>
          </ac:picMkLst>
        </pc:picChg>
      </pc:sldChg>
      <pc:sldChg chg="addSp modSp new mod">
        <pc:chgData name="vithida chongsuphajaisiddhi" userId="da620767-6566-4c5a-a82c-368361341304" providerId="ADAL" clId="{9418EB79-B291-447E-83B2-E635F8DC447B}" dt="2025-09-06T10:37:54.558" v="60" actId="1076"/>
        <pc:sldMkLst>
          <pc:docMk/>
          <pc:sldMk cId="2854709858" sldId="345"/>
        </pc:sldMkLst>
        <pc:picChg chg="add mod">
          <ac:chgData name="vithida chongsuphajaisiddhi" userId="da620767-6566-4c5a-a82c-368361341304" providerId="ADAL" clId="{9418EB79-B291-447E-83B2-E635F8DC447B}" dt="2025-09-06T10:37:54.558" v="60" actId="1076"/>
          <ac:picMkLst>
            <pc:docMk/>
            <pc:sldMk cId="2854709858" sldId="345"/>
            <ac:picMk id="4" creationId="{BF6757B0-049D-4C1E-9250-19F81DF4A0AC}"/>
          </ac:picMkLst>
        </pc:picChg>
      </pc:sldChg>
      <pc:sldChg chg="addSp modSp new mod">
        <pc:chgData name="vithida chongsuphajaisiddhi" userId="da620767-6566-4c5a-a82c-368361341304" providerId="ADAL" clId="{9418EB79-B291-447E-83B2-E635F8DC447B}" dt="2025-09-06T10:39:09.534" v="67" actId="1076"/>
        <pc:sldMkLst>
          <pc:docMk/>
          <pc:sldMk cId="2233561255" sldId="346"/>
        </pc:sldMkLst>
        <pc:picChg chg="add mod">
          <ac:chgData name="vithida chongsuphajaisiddhi" userId="da620767-6566-4c5a-a82c-368361341304" providerId="ADAL" clId="{9418EB79-B291-447E-83B2-E635F8DC447B}" dt="2025-09-06T10:39:09.534" v="67" actId="1076"/>
          <ac:picMkLst>
            <pc:docMk/>
            <pc:sldMk cId="2233561255" sldId="346"/>
            <ac:picMk id="4" creationId="{FF130FCF-DFA2-431A-92A3-344C74E5C5D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9/6/2025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9/6/2025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ater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5" name="sky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pic>
        <p:nvPicPr>
          <p:cNvPr id="6" name="water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water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1642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  <a:p>
            <a:pPr lvl="1" rtl="0"/>
            <a:r>
              <a:rPr lang="en-US" noProof="0" dirty="0"/>
              <a:t>Second level</a:t>
            </a:r>
          </a:p>
          <a:p>
            <a:pPr lvl="2" rtl="0"/>
            <a:r>
              <a:rPr lang="en-US" noProof="0" dirty="0"/>
              <a:t>Third level</a:t>
            </a:r>
          </a:p>
          <a:p>
            <a:pPr lvl="3" rtl="0"/>
            <a:r>
              <a:rPr lang="en-US" noProof="0" dirty="0"/>
              <a:t>Fourth level</a:t>
            </a:r>
          </a:p>
          <a:p>
            <a:pPr lvl="4" rtl="0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55AC5F2-A475-4E94-90BE-EFD1D3E0731E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39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ky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F4CC472-4503-4230-B804-23F214958393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7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3A3FE27-7466-429F-B639-C843D5495203}" type="datetime1">
              <a:rPr lang="en-US" smtClean="0"/>
              <a:t>9/6/2025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1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98E8257-90A0-4553-82EE-C2D5598957E1}" type="datetime1">
              <a:rPr lang="en-US" smtClean="0"/>
              <a:t>9/6/2025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68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A6FCA55-9C33-48E3-BD6A-F1F25F794BE0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17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ky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1F650CE-7A95-4414-9F85-7BF02DB30E56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56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191B609-5592-47F9-9D22-7546B80DE87E}" type="datetime1">
              <a:rPr lang="en-US" smtClean="0"/>
              <a:t>9/6/2025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34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BD97BAD-AEC9-4C58-ADDA-2E7DF257D574}" type="datetime1">
              <a:rPr lang="en-US" smtClean="0"/>
              <a:t>9/6/2025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84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1B25228-C2D5-40E4-9B54-F7CB4BEAB11F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42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5A4FEDB-CAA6-45D5-AC01-FB1BAE256525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0FF54DE5-C571-48E8-A5BC-B369434E2F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22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8933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775" y="618519"/>
            <a:ext cx="10364451" cy="981682"/>
          </a:xfrm>
        </p:spPr>
        <p:txBody>
          <a:bodyPr>
            <a:normAutofit/>
          </a:bodyPr>
          <a:lstStyle>
            <a:lvl1pPr>
              <a:defRPr sz="4400" cap="none">
                <a:solidFill>
                  <a:schemeClr val="accent4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3774" y="1752601"/>
            <a:ext cx="10363826" cy="4267200"/>
          </a:xfrm>
        </p:spPr>
        <p:txBody>
          <a:bodyPr/>
          <a:lstStyle>
            <a:lvl1pPr>
              <a:defRPr sz="2800" cap="none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800" cap="none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2800" cap="none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2800" cap="none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2800" cap="none">
                <a:solidFill>
                  <a:schemeClr val="accent3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95492" y="6324601"/>
            <a:ext cx="764215" cy="365125"/>
          </a:xfrm>
        </p:spPr>
        <p:txBody>
          <a:bodyPr/>
          <a:lstStyle>
            <a:lvl1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9627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ky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water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pic>
        <p:nvPicPr>
          <p:cNvPr id="9" name="water2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water1"/>
          <p:cNvPicPr>
            <a:picLocks noChangeAspect="1"/>
          </p:cNvPicPr>
          <p:nvPr/>
        </p:nvPicPr>
        <p:blipFill rotWithShape="1">
          <a:blip r:embed="rId1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DBBE83D3-8377-4F4C-BB87-E020BBC42B49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0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anchor="b">
            <a:normAutofit/>
          </a:bodyPr>
          <a:lstStyle/>
          <a:p>
            <a:r>
              <a:rPr lang="en-US" dirty="0"/>
              <a:t>Activity Diagram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" r="125"/>
          <a:stretch/>
        </p:blipFill>
        <p:spPr>
          <a:xfrm>
            <a:off x="760413" y="685800"/>
            <a:ext cx="6858000" cy="4572000"/>
          </a:xfrm>
          <a:noFill/>
        </p:spPr>
      </p:pic>
      <p:sp>
        <p:nvSpPr>
          <p:cNvPr id="7" name="Subtitle 6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>
            <a:normAutofit/>
          </a:bodyPr>
          <a:lstStyle/>
          <a:p>
            <a:r>
              <a:rPr lang="en-US" dirty="0"/>
              <a:t>BIS601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A3EF5A9-2F10-4D8D-81DA-1D8926C6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6601968"/>
            <a:ext cx="640080" cy="237744"/>
          </a:xfrm>
        </p:spPr>
        <p:txBody>
          <a:bodyPr/>
          <a:lstStyle/>
          <a:p>
            <a:pPr>
              <a:spcAft>
                <a:spcPts val="600"/>
              </a:spcAft>
            </a:pPr>
            <a:fld id="{0FF54DE5-C571-48E8-A5BC-B369434E2F44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07CA2-AFF6-43D7-81E9-C7998AEF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GB" smtClean="0"/>
              <a:t>2</a:t>
            </a:fld>
            <a:endParaRPr lang="en-GB"/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A2651304-828C-4C19-8391-3BF21C876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246" y="626325"/>
            <a:ext cx="6547507" cy="56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9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A4BE35-9A3D-4640-B2DD-24159FFB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GB" smtClean="0"/>
              <a:t>3</a:t>
            </a:fld>
            <a:endParaRPr lang="en-GB"/>
          </a:p>
        </p:txBody>
      </p:sp>
      <p:pic>
        <p:nvPicPr>
          <p:cNvPr id="4" name="Picture 3" descr="A diagram of a registration form&#10;&#10;AI-generated content may be incorrect.">
            <a:extLst>
              <a:ext uri="{FF2B5EF4-FFF2-40B4-BE49-F238E27FC236}">
                <a16:creationId xmlns:a16="http://schemas.microsoft.com/office/drawing/2014/main" id="{E3534986-5610-49C1-BBD1-F885E0E0C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203" y="400647"/>
            <a:ext cx="6395593" cy="605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6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246AC7-FC25-4AED-9CEF-4E966412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GB" smtClean="0"/>
              <a:t>4</a:t>
            </a:fld>
            <a:endParaRPr lang="en-GB"/>
          </a:p>
        </p:txBody>
      </p:sp>
      <p:pic>
        <p:nvPicPr>
          <p:cNvPr id="4" name="Picture 3" descr="A diagram of a pizza delivery&#10;&#10;AI-generated content may be incorrect.">
            <a:extLst>
              <a:ext uri="{FF2B5EF4-FFF2-40B4-BE49-F238E27FC236}">
                <a16:creationId xmlns:a16="http://schemas.microsoft.com/office/drawing/2014/main" id="{BF6757B0-049D-4C1E-9250-19F81DF4A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965" y="447450"/>
            <a:ext cx="6462070" cy="59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0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F6702B-DFA9-4544-BF0B-8686BB82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GB" smtClean="0"/>
              <a:t>5</a:t>
            </a:fld>
            <a:endParaRPr lang="en-GB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FF130FCF-DFA2-431A-92A3-344C74E5C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108" y="279191"/>
            <a:ext cx="4677784" cy="629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6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338_TF02895256.potx" id="{B007F638-EABE-4946-B49C-A7C044166016}" vid="{B6AA66A6-E2A4-499A-AD03-7EBFF08004F5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4C4C4B1D4980468C38FA4CF002038F" ma:contentTypeVersion="3" ma:contentTypeDescription="Create a new document." ma:contentTypeScope="" ma:versionID="d791a7bca07563e171f50469db6b3c18">
  <xsd:schema xmlns:xsd="http://www.w3.org/2001/XMLSchema" xmlns:xs="http://www.w3.org/2001/XMLSchema" xmlns:p="http://schemas.microsoft.com/office/2006/metadata/properties" xmlns:ns2="bc2c09c9-cc93-4982-81a6-7c2691b387d9" targetNamespace="http://schemas.microsoft.com/office/2006/metadata/properties" ma:root="true" ma:fieldsID="084d00734635dd35ad2abba8f195919f" ns2:_="">
    <xsd:import namespace="bc2c09c9-cc93-4982-81a6-7c2691b387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c09c9-cc93-4982-81a6-7c2691b387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B037A97-B7E2-47EA-BB84-6BDF4C6936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FC3E9F-8AAD-4E4C-97B0-2BDBCA30800A}"/>
</file>

<file path=docProps/app.xml><?xml version="1.0" encoding="utf-8"?>
<Properties xmlns="http://schemas.openxmlformats.org/officeDocument/2006/extended-properties" xmlns:vt="http://schemas.openxmlformats.org/officeDocument/2006/docPropsVTypes">
  <Template>tf02895256_win32</Template>
  <TotalTime>73</TotalTime>
  <Words>40</Words>
  <Application>Microsoft Office PowerPoint</Application>
  <PresentationFormat>Widescreen</PresentationFormat>
  <Paragraphs>10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Euphemia</vt:lpstr>
      <vt:lpstr>Georgia</vt:lpstr>
      <vt:lpstr>Tahoma</vt:lpstr>
      <vt:lpstr>Ocean 16x9</vt:lpstr>
      <vt:lpstr>Activity Diagram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</dc:title>
  <dc:creator>vithida chongsuphajaisiddhi</dc:creator>
  <cp:lastModifiedBy>vithida chongsuphajaisiddhi</cp:lastModifiedBy>
  <cp:revision>7</cp:revision>
  <dcterms:created xsi:type="dcterms:W3CDTF">2020-09-11T14:25:12Z</dcterms:created>
  <dcterms:modified xsi:type="dcterms:W3CDTF">2025-09-06T10:41:39Z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0x0101005A4C4C4B1D4980468C38FA4CF002038F</vt:lpwstr>
  </property>
</Properties>
</file>