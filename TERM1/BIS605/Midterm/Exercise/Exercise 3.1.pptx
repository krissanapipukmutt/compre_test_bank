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3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9E31EA-7BF4-D74C-BE5E-F22D56089759}" v="11" dt="2025-01-28T13:10:07.6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699"/>
  </p:normalViewPr>
  <p:slideViewPr>
    <p:cSldViewPr snapToGrid="0">
      <p:cViewPr>
        <p:scale>
          <a:sx n="218" d="100"/>
          <a:sy n="218" d="100"/>
        </p:scale>
        <p:origin x="904" y="144"/>
      </p:cViewPr>
      <p:guideLst/>
    </p:cSldViewPr>
  </p:slideViewPr>
  <p:notesTextViewPr>
    <p:cViewPr>
      <p:scale>
        <a:sx n="400" d="100"/>
        <a:sy n="400" d="100"/>
      </p:scale>
      <p:origin x="0" y="-11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SANA PIPUTPRUEDTIGUL" userId="edd779e2-8330-4cb5-95ef-19b92d38d649" providerId="ADAL" clId="{209E31EA-7BF4-D74C-BE5E-F22D56089759}"/>
    <pc:docChg chg="undo custSel modSld">
      <pc:chgData name="KRISSANA PIPUTPRUEDTIGUL" userId="edd779e2-8330-4cb5-95ef-19b92d38d649" providerId="ADAL" clId="{209E31EA-7BF4-D74C-BE5E-F22D56089759}" dt="2025-01-28T13:12:02.369" v="116" actId="1076"/>
      <pc:docMkLst>
        <pc:docMk/>
      </pc:docMkLst>
      <pc:sldChg chg="addSp delSp modSp mod setBg setClrOvrMap delDesignElem">
        <pc:chgData name="KRISSANA PIPUTPRUEDTIGUL" userId="edd779e2-8330-4cb5-95ef-19b92d38d649" providerId="ADAL" clId="{209E31EA-7BF4-D74C-BE5E-F22D56089759}" dt="2025-01-28T13:12:02.369" v="116" actId="1076"/>
        <pc:sldMkLst>
          <pc:docMk/>
          <pc:sldMk cId="1834499310" sldId="256"/>
        </pc:sldMkLst>
        <pc:spChg chg="mod">
          <ac:chgData name="KRISSANA PIPUTPRUEDTIGUL" userId="edd779e2-8330-4cb5-95ef-19b92d38d649" providerId="ADAL" clId="{209E31EA-7BF4-D74C-BE5E-F22D56089759}" dt="2025-01-28T13:09:55.483" v="43"/>
          <ac:spMkLst>
            <pc:docMk/>
            <pc:sldMk cId="1834499310" sldId="256"/>
            <ac:spMk id="2" creationId="{D43B2BCB-041B-A890-B7EC-38DFED4F9D75}"/>
          </ac:spMkLst>
        </pc:spChg>
        <pc:spChg chg="mod ord">
          <ac:chgData name="KRISSANA PIPUTPRUEDTIGUL" userId="edd779e2-8330-4cb5-95ef-19b92d38d649" providerId="ADAL" clId="{209E31EA-7BF4-D74C-BE5E-F22D56089759}" dt="2025-01-28T13:09:55.483" v="43"/>
          <ac:spMkLst>
            <pc:docMk/>
            <pc:sldMk cId="1834499310" sldId="256"/>
            <ac:spMk id="3" creationId="{54EE269D-D134-B5BB-8A59-2B542A11167F}"/>
          </ac:spMkLst>
        </pc:spChg>
        <pc:spChg chg="add mod">
          <ac:chgData name="KRISSANA PIPUTPRUEDTIGUL" userId="edd779e2-8330-4cb5-95ef-19b92d38d649" providerId="ADAL" clId="{209E31EA-7BF4-D74C-BE5E-F22D56089759}" dt="2025-01-28T13:12:02.369" v="116" actId="1076"/>
          <ac:spMkLst>
            <pc:docMk/>
            <pc:sldMk cId="1834499310" sldId="256"/>
            <ac:spMk id="5" creationId="{59BA02FF-3882-8216-97BE-EC6143405028}"/>
          </ac:spMkLst>
        </pc:spChg>
        <pc:spChg chg="add del">
          <ac:chgData name="KRISSANA PIPUTPRUEDTIGUL" userId="edd779e2-8330-4cb5-95ef-19b92d38d649" providerId="ADAL" clId="{209E31EA-7BF4-D74C-BE5E-F22D56089759}" dt="2025-01-28T13:08:46.314" v="5" actId="26606"/>
          <ac:spMkLst>
            <pc:docMk/>
            <pc:sldMk cId="1834499310" sldId="256"/>
            <ac:spMk id="23" creationId="{1CE580D1-F917-4567-AFB4-99AA9B52ADF0}"/>
          </ac:spMkLst>
        </pc:spChg>
        <pc:spChg chg="add del">
          <ac:chgData name="KRISSANA PIPUTPRUEDTIGUL" userId="edd779e2-8330-4cb5-95ef-19b92d38d649" providerId="ADAL" clId="{209E31EA-7BF4-D74C-BE5E-F22D56089759}" dt="2025-01-28T13:08:59.727" v="17" actId="26606"/>
          <ac:spMkLst>
            <pc:docMk/>
            <pc:sldMk cId="1834499310" sldId="256"/>
            <ac:spMk id="24" creationId="{DA9A1ACB-4ECA-4EAE-AEAB-CE9C8C01EE60}"/>
          </ac:spMkLst>
        </pc:spChg>
        <pc:spChg chg="add del">
          <ac:chgData name="KRISSANA PIPUTPRUEDTIGUL" userId="edd779e2-8330-4cb5-95ef-19b92d38d649" providerId="ADAL" clId="{209E31EA-7BF4-D74C-BE5E-F22D56089759}" dt="2025-01-28T13:08:59.727" v="17" actId="26606"/>
          <ac:spMkLst>
            <pc:docMk/>
            <pc:sldMk cId="1834499310" sldId="256"/>
            <ac:spMk id="25" creationId="{3994EE40-F54F-48E5-826B-B45158209684}"/>
          </ac:spMkLst>
        </pc:spChg>
        <pc:spChg chg="add del">
          <ac:chgData name="KRISSANA PIPUTPRUEDTIGUL" userId="edd779e2-8330-4cb5-95ef-19b92d38d649" providerId="ADAL" clId="{209E31EA-7BF4-D74C-BE5E-F22D56089759}" dt="2025-01-28T13:09:55.483" v="43"/>
          <ac:spMkLst>
            <pc:docMk/>
            <pc:sldMk cId="1834499310" sldId="256"/>
            <ac:spMk id="26" creationId="{332F2A31-C129-2298-9973-26A0E0FAAEFD}"/>
          </ac:spMkLst>
        </pc:spChg>
        <pc:spChg chg="add del">
          <ac:chgData name="KRISSANA PIPUTPRUEDTIGUL" userId="edd779e2-8330-4cb5-95ef-19b92d38d649" providerId="ADAL" clId="{209E31EA-7BF4-D74C-BE5E-F22D56089759}" dt="2025-01-28T13:09:50.646" v="38" actId="26606"/>
          <ac:spMkLst>
            <pc:docMk/>
            <pc:sldMk cId="1834499310" sldId="256"/>
            <ac:spMk id="27" creationId="{DA9A1ACB-4ECA-4EAE-AEAB-CE9C8C01EE60}"/>
          </ac:spMkLst>
        </pc:spChg>
        <pc:spChg chg="add del">
          <ac:chgData name="KRISSANA PIPUTPRUEDTIGUL" userId="edd779e2-8330-4cb5-95ef-19b92d38d649" providerId="ADAL" clId="{209E31EA-7BF4-D74C-BE5E-F22D56089759}" dt="2025-01-28T13:09:34.230" v="27" actId="26606"/>
          <ac:spMkLst>
            <pc:docMk/>
            <pc:sldMk cId="1834499310" sldId="256"/>
            <ac:spMk id="29" creationId="{0E807223-DF88-4D6D-970E-08919E5E02EB}"/>
          </ac:spMkLst>
        </pc:spChg>
        <pc:spChg chg="add del">
          <ac:chgData name="KRISSANA PIPUTPRUEDTIGUL" userId="edd779e2-8330-4cb5-95ef-19b92d38d649" providerId="ADAL" clId="{209E31EA-7BF4-D74C-BE5E-F22D56089759}" dt="2025-01-28T13:09:34.230" v="27" actId="26606"/>
          <ac:spMkLst>
            <pc:docMk/>
            <pc:sldMk cId="1834499310" sldId="256"/>
            <ac:spMk id="31" creationId="{961D8973-EAA9-459A-AF59-BBB4233D6C78}"/>
          </ac:spMkLst>
        </pc:spChg>
        <pc:spChg chg="add del">
          <ac:chgData name="KRISSANA PIPUTPRUEDTIGUL" userId="edd779e2-8330-4cb5-95ef-19b92d38d649" providerId="ADAL" clId="{209E31EA-7BF4-D74C-BE5E-F22D56089759}" dt="2025-01-28T13:09:34.230" v="27" actId="26606"/>
          <ac:spMkLst>
            <pc:docMk/>
            <pc:sldMk cId="1834499310" sldId="256"/>
            <ac:spMk id="33" creationId="{FBEA8A33-C0D0-416D-8359-724B8828C7C3}"/>
          </ac:spMkLst>
        </pc:spChg>
        <pc:spChg chg="add del">
          <ac:chgData name="KRISSANA PIPUTPRUEDTIGUL" userId="edd779e2-8330-4cb5-95ef-19b92d38d649" providerId="ADAL" clId="{209E31EA-7BF4-D74C-BE5E-F22D56089759}" dt="2025-01-28T13:08:46.314" v="5" actId="26606"/>
          <ac:spMkLst>
            <pc:docMk/>
            <pc:sldMk cId="1834499310" sldId="256"/>
            <ac:spMk id="34" creationId="{C6870151-9189-4C3A-8379-EF3D95827A0A}"/>
          </ac:spMkLst>
        </pc:spChg>
        <pc:spChg chg="add del">
          <ac:chgData name="KRISSANA PIPUTPRUEDTIGUL" userId="edd779e2-8330-4cb5-95ef-19b92d38d649" providerId="ADAL" clId="{209E31EA-7BF4-D74C-BE5E-F22D56089759}" dt="2025-01-28T13:09:34.740" v="31" actId="26606"/>
          <ac:spMkLst>
            <pc:docMk/>
            <pc:sldMk cId="1834499310" sldId="256"/>
            <ac:spMk id="35" creationId="{1F9A0C1C-8ABC-401B-8FE9-AC9327C4C587}"/>
          </ac:spMkLst>
        </pc:spChg>
        <pc:spChg chg="add del">
          <ac:chgData name="KRISSANA PIPUTPRUEDTIGUL" userId="edd779e2-8330-4cb5-95ef-19b92d38d649" providerId="ADAL" clId="{209E31EA-7BF4-D74C-BE5E-F22D56089759}" dt="2025-01-28T13:08:46.314" v="5" actId="26606"/>
          <ac:spMkLst>
            <pc:docMk/>
            <pc:sldMk cId="1834499310" sldId="256"/>
            <ac:spMk id="36" creationId="{123EA69C-102A-4DD0-9547-05DCD271D159}"/>
          </ac:spMkLst>
        </pc:spChg>
        <pc:spChg chg="add del">
          <ac:chgData name="KRISSANA PIPUTPRUEDTIGUL" userId="edd779e2-8330-4cb5-95ef-19b92d38d649" providerId="ADAL" clId="{209E31EA-7BF4-D74C-BE5E-F22D56089759}" dt="2025-01-28T13:09:34.740" v="31" actId="26606"/>
          <ac:spMkLst>
            <pc:docMk/>
            <pc:sldMk cId="1834499310" sldId="256"/>
            <ac:spMk id="37" creationId="{BA5783C3-2F96-40A7-A24F-30CB07AA3928}"/>
          </ac:spMkLst>
        </pc:spChg>
        <pc:spChg chg="add del">
          <ac:chgData name="KRISSANA PIPUTPRUEDTIGUL" userId="edd779e2-8330-4cb5-95ef-19b92d38d649" providerId="ADAL" clId="{209E31EA-7BF4-D74C-BE5E-F22D56089759}" dt="2025-01-28T13:08:46.314" v="5" actId="26606"/>
          <ac:spMkLst>
            <pc:docMk/>
            <pc:sldMk cId="1834499310" sldId="256"/>
            <ac:spMk id="38" creationId="{6A862265-5CA3-4C40-8582-7534C3B03C2A}"/>
          </ac:spMkLst>
        </pc:spChg>
        <pc:spChg chg="add del">
          <ac:chgData name="KRISSANA PIPUTPRUEDTIGUL" userId="edd779e2-8330-4cb5-95ef-19b92d38d649" providerId="ADAL" clId="{209E31EA-7BF4-D74C-BE5E-F22D56089759}" dt="2025-01-28T13:09:34.740" v="31" actId="26606"/>
          <ac:spMkLst>
            <pc:docMk/>
            <pc:sldMk cId="1834499310" sldId="256"/>
            <ac:spMk id="39" creationId="{A9D08DBA-0326-4C4E-ACFB-576F3ABDD2D0}"/>
          </ac:spMkLst>
        </pc:spChg>
        <pc:spChg chg="add del">
          <ac:chgData name="KRISSANA PIPUTPRUEDTIGUL" userId="edd779e2-8330-4cb5-95ef-19b92d38d649" providerId="ADAL" clId="{209E31EA-7BF4-D74C-BE5E-F22D56089759}" dt="2025-01-28T13:08:46.314" v="5" actId="26606"/>
          <ac:spMkLst>
            <pc:docMk/>
            <pc:sldMk cId="1834499310" sldId="256"/>
            <ac:spMk id="40" creationId="{600EF80B-0391-4082-9AF5-F15B091B4CE9}"/>
          </ac:spMkLst>
        </pc:spChg>
        <pc:spChg chg="add del">
          <ac:chgData name="KRISSANA PIPUTPRUEDTIGUL" userId="edd779e2-8330-4cb5-95ef-19b92d38d649" providerId="ADAL" clId="{209E31EA-7BF4-D74C-BE5E-F22D56089759}" dt="2025-01-28T13:09:46.910" v="36" actId="26606"/>
          <ac:spMkLst>
            <pc:docMk/>
            <pc:sldMk cId="1834499310" sldId="256"/>
            <ac:spMk id="41" creationId="{0E807223-DF88-4D6D-970E-08919E5E02EB}"/>
          </ac:spMkLst>
        </pc:spChg>
        <pc:spChg chg="add del">
          <ac:chgData name="KRISSANA PIPUTPRUEDTIGUL" userId="edd779e2-8330-4cb5-95ef-19b92d38d649" providerId="ADAL" clId="{209E31EA-7BF4-D74C-BE5E-F22D56089759}" dt="2025-01-28T13:09:46.910" v="36" actId="26606"/>
          <ac:spMkLst>
            <pc:docMk/>
            <pc:sldMk cId="1834499310" sldId="256"/>
            <ac:spMk id="43" creationId="{961D8973-EAA9-459A-AF59-BBB4233D6C78}"/>
          </ac:spMkLst>
        </pc:spChg>
        <pc:spChg chg="add del">
          <ac:chgData name="KRISSANA PIPUTPRUEDTIGUL" userId="edd779e2-8330-4cb5-95ef-19b92d38d649" providerId="ADAL" clId="{209E31EA-7BF4-D74C-BE5E-F22D56089759}" dt="2025-01-28T13:08:46.314" v="5" actId="26606"/>
          <ac:spMkLst>
            <pc:docMk/>
            <pc:sldMk cId="1834499310" sldId="256"/>
            <ac:spMk id="44" creationId="{3FBF03E8-C602-4192-9C52-F84B29FDCC88}"/>
          </ac:spMkLst>
        </pc:spChg>
        <pc:spChg chg="add del">
          <ac:chgData name="KRISSANA PIPUTPRUEDTIGUL" userId="edd779e2-8330-4cb5-95ef-19b92d38d649" providerId="ADAL" clId="{209E31EA-7BF4-D74C-BE5E-F22D56089759}" dt="2025-01-28T13:09:46.910" v="36" actId="26606"/>
          <ac:spMkLst>
            <pc:docMk/>
            <pc:sldMk cId="1834499310" sldId="256"/>
            <ac:spMk id="45" creationId="{FBEA8A33-C0D0-416D-8359-724B8828C7C3}"/>
          </ac:spMkLst>
        </pc:spChg>
        <pc:spChg chg="add del">
          <ac:chgData name="KRISSANA PIPUTPRUEDTIGUL" userId="edd779e2-8330-4cb5-95ef-19b92d38d649" providerId="ADAL" clId="{209E31EA-7BF4-D74C-BE5E-F22D56089759}" dt="2025-01-28T13:08:50.422" v="8" actId="26606"/>
          <ac:spMkLst>
            <pc:docMk/>
            <pc:sldMk cId="1834499310" sldId="256"/>
            <ac:spMk id="47" creationId="{1CE580D1-F917-4567-AFB4-99AA9B52ADF0}"/>
          </ac:spMkLst>
        </pc:spChg>
        <pc:spChg chg="add del">
          <ac:chgData name="KRISSANA PIPUTPRUEDTIGUL" userId="edd779e2-8330-4cb5-95ef-19b92d38d649" providerId="ADAL" clId="{209E31EA-7BF4-D74C-BE5E-F22D56089759}" dt="2025-01-28T13:08:50.422" v="8" actId="26606"/>
          <ac:spMkLst>
            <pc:docMk/>
            <pc:sldMk cId="1834499310" sldId="256"/>
            <ac:spMk id="51" creationId="{E8E51B09-2B9E-4D82-A5F8-29F85CBE206E}"/>
          </ac:spMkLst>
        </pc:spChg>
        <pc:spChg chg="add del">
          <ac:chgData name="KRISSANA PIPUTPRUEDTIGUL" userId="edd779e2-8330-4cb5-95ef-19b92d38d649" providerId="ADAL" clId="{209E31EA-7BF4-D74C-BE5E-F22D56089759}" dt="2025-01-28T13:08:50.422" v="8" actId="26606"/>
          <ac:spMkLst>
            <pc:docMk/>
            <pc:sldMk cId="1834499310" sldId="256"/>
            <ac:spMk id="52" creationId="{59240118-40F3-4A1C-85DC-4E58525CB6AD}"/>
          </ac:spMkLst>
        </pc:spChg>
        <pc:spChg chg="add del">
          <ac:chgData name="KRISSANA PIPUTPRUEDTIGUL" userId="edd779e2-8330-4cb5-95ef-19b92d38d649" providerId="ADAL" clId="{209E31EA-7BF4-D74C-BE5E-F22D56089759}" dt="2025-01-28T13:09:54.225" v="41" actId="26606"/>
          <ac:spMkLst>
            <pc:docMk/>
            <pc:sldMk cId="1834499310" sldId="256"/>
            <ac:spMk id="58" creationId="{D0712110-0BC1-4B31-B3BB-63B44222E87F}"/>
          </ac:spMkLst>
        </pc:spChg>
        <pc:spChg chg="add del">
          <ac:chgData name="KRISSANA PIPUTPRUEDTIGUL" userId="edd779e2-8330-4cb5-95ef-19b92d38d649" providerId="ADAL" clId="{209E31EA-7BF4-D74C-BE5E-F22D56089759}" dt="2025-01-28T13:09:54.225" v="41" actId="26606"/>
          <ac:spMkLst>
            <pc:docMk/>
            <pc:sldMk cId="1834499310" sldId="256"/>
            <ac:spMk id="59" creationId="{4466B5F3-C053-4580-B04A-1EF949888280}"/>
          </ac:spMkLst>
        </pc:spChg>
        <pc:grpChg chg="add del">
          <ac:chgData name="KRISSANA PIPUTPRUEDTIGUL" userId="edd779e2-8330-4cb5-95ef-19b92d38d649" providerId="ADAL" clId="{209E31EA-7BF4-D74C-BE5E-F22D56089759}" dt="2025-01-28T13:08:50.422" v="8" actId="26606"/>
          <ac:grpSpMkLst>
            <pc:docMk/>
            <pc:sldMk cId="1834499310" sldId="256"/>
            <ac:grpSpMk id="53" creationId="{C269951F-7B8C-4336-BC68-9BA9843CEDA1}"/>
          </ac:grpSpMkLst>
        </pc:grpChg>
        <pc:picChg chg="mod ord">
          <ac:chgData name="KRISSANA PIPUTPRUEDTIGUL" userId="edd779e2-8330-4cb5-95ef-19b92d38d649" providerId="ADAL" clId="{209E31EA-7BF4-D74C-BE5E-F22D56089759}" dt="2025-01-28T13:09:54.225" v="41" actId="26606"/>
          <ac:picMkLst>
            <pc:docMk/>
            <pc:sldMk cId="1834499310" sldId="256"/>
            <ac:picMk id="21" creationId="{0BBD339A-6269-1C43-8E57-DA98771373C6}"/>
          </ac:picMkLst>
        </pc:picChg>
        <pc:picChg chg="add del">
          <ac:chgData name="KRISSANA PIPUTPRUEDTIGUL" userId="edd779e2-8330-4cb5-95ef-19b92d38d649" providerId="ADAL" clId="{209E31EA-7BF4-D74C-BE5E-F22D56089759}" dt="2025-01-28T13:08:46.314" v="5" actId="26606"/>
          <ac:picMkLst>
            <pc:docMk/>
            <pc:sldMk cId="1834499310" sldId="256"/>
            <ac:picMk id="28" creationId="{1F5620B8-A2D8-4568-B566-F0453A0D9167}"/>
          </ac:picMkLst>
        </pc:picChg>
        <pc:picChg chg="add del">
          <ac:chgData name="KRISSANA PIPUTPRUEDTIGUL" userId="edd779e2-8330-4cb5-95ef-19b92d38d649" providerId="ADAL" clId="{209E31EA-7BF4-D74C-BE5E-F22D56089759}" dt="2025-01-28T13:08:50.422" v="8" actId="26606"/>
          <ac:picMkLst>
            <pc:docMk/>
            <pc:sldMk cId="1834499310" sldId="256"/>
            <ac:picMk id="48" creationId="{1F5620B8-A2D8-4568-B566-F0453A0D9167}"/>
          </ac:picMkLst>
        </pc:picChg>
        <pc:picChg chg="add del">
          <ac:chgData name="KRISSANA PIPUTPRUEDTIGUL" userId="edd779e2-8330-4cb5-95ef-19b92d38d649" providerId="ADAL" clId="{209E31EA-7BF4-D74C-BE5E-F22D56089759}" dt="2025-01-28T13:08:50.422" v="8" actId="26606"/>
          <ac:picMkLst>
            <pc:docMk/>
            <pc:sldMk cId="1834499310" sldId="256"/>
            <ac:picMk id="56" creationId="{DD8AF6BD-5D32-4F8F-98B6-05F8A4390CB7}"/>
          </ac:picMkLst>
        </pc:picChg>
        <pc:picChg chg="add del">
          <ac:chgData name="KRISSANA PIPUTPRUEDTIGUL" userId="edd779e2-8330-4cb5-95ef-19b92d38d649" providerId="ADAL" clId="{209E31EA-7BF4-D74C-BE5E-F22D56089759}" dt="2025-01-28T13:09:54.225" v="41" actId="26606"/>
          <ac:picMkLst>
            <pc:docMk/>
            <pc:sldMk cId="1834499310" sldId="256"/>
            <ac:picMk id="61" creationId="{25CED634-E2D0-4AB7-96DD-816C9B52C5CF}"/>
          </ac:picMkLst>
        </pc:picChg>
        <pc:cxnChg chg="add del">
          <ac:chgData name="KRISSANA PIPUTPRUEDTIGUL" userId="edd779e2-8330-4cb5-95ef-19b92d38d649" providerId="ADAL" clId="{209E31EA-7BF4-D74C-BE5E-F22D56089759}" dt="2025-01-28T13:08:50.422" v="8" actId="26606"/>
          <ac:cxnSpMkLst>
            <pc:docMk/>
            <pc:sldMk cId="1834499310" sldId="256"/>
            <ac:cxnSpMk id="50" creationId="{C9D4B225-18E9-4C5B-94D8-2ABE6D161E4A}"/>
          </ac:cxnSpMkLst>
        </pc:cxnChg>
        <pc:cxnChg chg="add del">
          <ac:chgData name="KRISSANA PIPUTPRUEDTIGUL" userId="edd779e2-8330-4cb5-95ef-19b92d38d649" providerId="ADAL" clId="{209E31EA-7BF4-D74C-BE5E-F22D56089759}" dt="2025-01-28T13:09:54.225" v="41" actId="26606"/>
          <ac:cxnSpMkLst>
            <pc:docMk/>
            <pc:sldMk cId="1834499310" sldId="256"/>
            <ac:cxnSpMk id="60" creationId="{FA6123F2-4B61-414F-A7E5-5B7828EACAE2}"/>
          </ac:cxnSpMkLst>
        </pc:cxnChg>
        <pc:cxnChg chg="add del">
          <ac:chgData name="KRISSANA PIPUTPRUEDTIGUL" userId="edd779e2-8330-4cb5-95ef-19b92d38d649" providerId="ADAL" clId="{209E31EA-7BF4-D74C-BE5E-F22D56089759}" dt="2025-01-28T13:09:54.225" v="41" actId="26606"/>
          <ac:cxnSpMkLst>
            <pc:docMk/>
            <pc:sldMk cId="1834499310" sldId="256"/>
            <ac:cxnSpMk id="62" creationId="{FCDDCDFB-696D-4FDF-9B58-24F71B7C37B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F1C36-B3A8-5C4E-B130-6221B1498AC0}" type="datetimeFigureOut">
              <a:rPr lang="th-TH" smtClean="0"/>
              <a:t>28/01/68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35671B-C5CE-F94C-A098-569F2FDD13F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73029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5671B-C5CE-F94C-A098-569F2FDD13F5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24680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1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61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27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1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1/28/25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5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1/28/25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09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1/28/25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717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29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41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16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80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1/28/25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6587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33" r:id="rId6"/>
    <p:sldLayoutId id="2147484028" r:id="rId7"/>
    <p:sldLayoutId id="2147484029" r:id="rId8"/>
    <p:sldLayoutId id="2147484030" r:id="rId9"/>
    <p:sldLayoutId id="2147484032" r:id="rId10"/>
    <p:sldLayoutId id="214748403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32F2A31-C129-2298-9973-26A0E0FAA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43B2BCB-041B-A890-B7EC-38DFED4F9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9808"/>
            <a:ext cx="5093863" cy="18114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Exercise 3.1</a:t>
            </a:r>
            <a:b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• In your home or workplace find a simple machine, something</a:t>
            </a:r>
            <a:b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with two to four controls and with no (!) internal computer (a</a:t>
            </a:r>
            <a:b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simple toaster or an electric drill are possible candidates).</a:t>
            </a:r>
            <a:b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Describe:</a:t>
            </a:r>
            <a:b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• the users the machine seems to be designed for;</a:t>
            </a:r>
            <a:b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• the tasks and subtasks the machine was evidently designed to</a:t>
            </a:r>
            <a:b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support;</a:t>
            </a:r>
            <a:b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• Explain how the machine is designed for support users and</a:t>
            </a:r>
            <a:b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tasks</a:t>
            </a:r>
            <a:b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11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54EE269D-D134-B5BB-8A59-2B542A111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137" y="2574487"/>
            <a:ext cx="5062115" cy="37852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indent="-228600">
              <a:lnSpc>
                <a:spcPct val="110000"/>
              </a:lnSpc>
            </a:pPr>
            <a:r>
              <a:rPr lang="en-US" sz="1400" b="1" dirty="0" err="1"/>
              <a:t>พัดลมมือถือ</a:t>
            </a:r>
            <a:endParaRPr lang="en-US" sz="1400" b="1" dirty="0"/>
          </a:p>
          <a:p>
            <a:pPr indent="-228600">
              <a:lnSpc>
                <a:spcPct val="110000"/>
              </a:lnSpc>
            </a:pPr>
            <a:r>
              <a:rPr lang="en-US" sz="1000" b="1" dirty="0"/>
              <a:t>the users the machine seems to be designed for;</a:t>
            </a:r>
            <a:br>
              <a:rPr lang="en-US" sz="1000" b="1" dirty="0"/>
            </a:br>
            <a:r>
              <a:rPr lang="en-US" sz="1000" b="1" dirty="0"/>
              <a:t>-</a:t>
            </a:r>
            <a:r>
              <a:rPr lang="en-US" sz="1000" b="1" dirty="0" err="1"/>
              <a:t>ผู้ใช้ทั่วไป</a:t>
            </a:r>
            <a:r>
              <a:rPr lang="en-US" sz="1000" b="1" dirty="0"/>
              <a:t>: </a:t>
            </a:r>
            <a:r>
              <a:rPr lang="en-US" sz="1000" dirty="0" err="1"/>
              <a:t>ผู้ที่ต้องการความสะดวกสบายในการใช้งานในพื้นที่จำกัด</a:t>
            </a:r>
            <a:r>
              <a:rPr lang="en-US" sz="1000" dirty="0"/>
              <a:t> </a:t>
            </a:r>
            <a:r>
              <a:rPr lang="en-US" sz="1000" dirty="0" err="1"/>
              <a:t>เช่น</a:t>
            </a:r>
            <a:r>
              <a:rPr lang="en-US" sz="1000" dirty="0"/>
              <a:t> </a:t>
            </a:r>
            <a:r>
              <a:rPr lang="en-US" sz="1000" dirty="0" err="1"/>
              <a:t>ในสำนักงาน</a:t>
            </a:r>
            <a:r>
              <a:rPr lang="en-US" sz="1000" dirty="0"/>
              <a:t> </a:t>
            </a:r>
            <a:r>
              <a:rPr lang="en-US" sz="1000" dirty="0" err="1"/>
              <a:t>บนโต๊ะทำงาน</a:t>
            </a:r>
            <a:r>
              <a:rPr lang="en-US" sz="1000" dirty="0"/>
              <a:t> </a:t>
            </a:r>
            <a:r>
              <a:rPr lang="en-US" sz="1000" dirty="0" err="1"/>
              <a:t>หรือระหว่างการเดินทาง</a:t>
            </a:r>
            <a:br>
              <a:rPr lang="en-US" sz="1000" dirty="0"/>
            </a:br>
            <a:r>
              <a:rPr lang="en-US" sz="1000" b="1" dirty="0"/>
              <a:t>-</a:t>
            </a:r>
            <a:r>
              <a:rPr lang="en-US" sz="1000" b="1" dirty="0" err="1"/>
              <a:t>ผู้ที่อยู่ในพื้นที่ที่ไม่มีเครื่องปรับอากาศ</a:t>
            </a:r>
            <a:r>
              <a:rPr lang="en-US" sz="1000" b="1" dirty="0"/>
              <a:t>: </a:t>
            </a:r>
            <a:r>
              <a:rPr lang="en-US" sz="1000" dirty="0" err="1"/>
              <a:t>เช่น</a:t>
            </a:r>
            <a:r>
              <a:rPr lang="en-US" sz="1000" dirty="0"/>
              <a:t> </a:t>
            </a:r>
            <a:r>
              <a:rPr lang="en-US" sz="1000" dirty="0" err="1"/>
              <a:t>นักเรียนในหอพักหรือคนที่อาศัยในสภาพอากาศร้อน</a:t>
            </a:r>
            <a:br>
              <a:rPr lang="en-US" sz="1000" b="1" dirty="0"/>
            </a:br>
            <a:r>
              <a:rPr lang="en-US" sz="1000" b="1" dirty="0"/>
              <a:t>-</a:t>
            </a:r>
            <a:r>
              <a:rPr lang="en-US" sz="1000" b="1" dirty="0" err="1"/>
              <a:t>นักท่องเที่ยวและผู้ที่ทำกิจกรรมกลางแจ้ง</a:t>
            </a:r>
            <a:r>
              <a:rPr lang="en-US" sz="1000" b="1" dirty="0"/>
              <a:t>: </a:t>
            </a:r>
            <a:r>
              <a:rPr lang="en-US" sz="1000" dirty="0" err="1"/>
              <a:t>เช่น</a:t>
            </a:r>
            <a:r>
              <a:rPr lang="en-US" sz="1000" dirty="0"/>
              <a:t> </a:t>
            </a:r>
            <a:r>
              <a:rPr lang="en-US" sz="1000" dirty="0" err="1"/>
              <a:t>การเดินป่า</a:t>
            </a:r>
            <a:r>
              <a:rPr lang="en-US" sz="1000" dirty="0"/>
              <a:t> </a:t>
            </a:r>
            <a:r>
              <a:rPr lang="en-US" sz="1000" dirty="0" err="1"/>
              <a:t>ปิกนิก</a:t>
            </a:r>
            <a:r>
              <a:rPr lang="en-US" sz="1000" dirty="0"/>
              <a:t> </a:t>
            </a:r>
            <a:r>
              <a:rPr lang="en-US" sz="1000" dirty="0" err="1"/>
              <a:t>หรือพักผ่อนในสวนสาธารณะ</a:t>
            </a:r>
            <a:br>
              <a:rPr lang="en-US" sz="1000" dirty="0"/>
            </a:br>
            <a:r>
              <a:rPr lang="en-US" sz="1000" b="1" dirty="0"/>
              <a:t>-</a:t>
            </a:r>
            <a:r>
              <a:rPr lang="en-US" sz="1000" b="1" dirty="0" err="1"/>
              <a:t>ผู้ที่มีความต้องการเฉพาะ</a:t>
            </a:r>
            <a:r>
              <a:rPr lang="en-US" sz="1000" b="1" dirty="0"/>
              <a:t>: </a:t>
            </a:r>
            <a:r>
              <a:rPr lang="en-US" sz="1000" dirty="0" err="1"/>
              <a:t>เช่น</a:t>
            </a:r>
            <a:r>
              <a:rPr lang="en-US" sz="1000" dirty="0"/>
              <a:t> </a:t>
            </a:r>
            <a:r>
              <a:rPr lang="en-US" sz="1000" dirty="0" err="1"/>
              <a:t>ผู้สูงอายุหรือเด็กที่ต้องการลมเย็นส่วนตัวโดยไม่กระทบต่อผู้อื่น</a:t>
            </a:r>
            <a:endParaRPr lang="en-US" sz="1000" dirty="0"/>
          </a:p>
          <a:p>
            <a:pPr indent="-228600">
              <a:lnSpc>
                <a:spcPct val="110000"/>
              </a:lnSpc>
            </a:pPr>
            <a:r>
              <a:rPr lang="en-US" sz="1000" b="1" dirty="0"/>
              <a:t>the tasks and subtasks the machine was evidently designed to support;</a:t>
            </a:r>
            <a:br>
              <a:rPr lang="en-US" sz="1000" b="1" dirty="0"/>
            </a:br>
            <a:r>
              <a:rPr lang="en-US" sz="1000" dirty="0"/>
              <a:t>-</a:t>
            </a:r>
            <a:r>
              <a:rPr lang="en-US" sz="1000" dirty="0" err="1"/>
              <a:t>ให้ลมเย็นในพื้นที่ส่วนตัวหรือพื้นที่ขนาดเล็ก</a:t>
            </a:r>
            <a:br>
              <a:rPr lang="en-US" sz="1000" dirty="0"/>
            </a:br>
            <a:r>
              <a:rPr lang="en-US" sz="1000" dirty="0"/>
              <a:t>-การปรับระดับโดยทั่วไปจะสามารถปรับได้2-3ระดับ</a:t>
            </a:r>
            <a:br>
              <a:rPr lang="en-US" sz="1000" dirty="0"/>
            </a:br>
            <a:r>
              <a:rPr lang="en-US" sz="1000" dirty="0"/>
              <a:t>-</a:t>
            </a:r>
            <a:r>
              <a:rPr lang="en-US" sz="1000" dirty="0" err="1"/>
              <a:t>การปรับทิศทางลม</a:t>
            </a:r>
            <a:r>
              <a:rPr lang="en-US" sz="1000" dirty="0"/>
              <a:t> </a:t>
            </a:r>
            <a:r>
              <a:rPr lang="en-US" sz="1000" dirty="0" err="1"/>
              <a:t>ขึ้น-ลง</a:t>
            </a:r>
            <a:r>
              <a:rPr lang="en-US" sz="1000" dirty="0"/>
              <a:t> </a:t>
            </a:r>
            <a:r>
              <a:rPr lang="en-US" sz="1000" dirty="0" err="1"/>
              <a:t>หรือ</a:t>
            </a:r>
            <a:r>
              <a:rPr lang="en-US" sz="1000" dirty="0"/>
              <a:t> </a:t>
            </a:r>
            <a:r>
              <a:rPr lang="en-US" sz="1000" dirty="0" err="1"/>
              <a:t>ซ้าย-ขวา</a:t>
            </a:r>
            <a:br>
              <a:rPr lang="en-US" sz="1000" dirty="0"/>
            </a:br>
            <a:r>
              <a:rPr lang="en-US" sz="1000" dirty="0"/>
              <a:t>-</a:t>
            </a:r>
            <a:r>
              <a:rPr lang="en-US" sz="1000" dirty="0" err="1"/>
              <a:t>มีแบตเตอรี่ในตัว</a:t>
            </a:r>
            <a:endParaRPr lang="en-US" sz="1000" dirty="0"/>
          </a:p>
          <a:p>
            <a:pPr indent="-228600">
              <a:lnSpc>
                <a:spcPct val="110000"/>
              </a:lnSpc>
            </a:pPr>
            <a:r>
              <a:rPr lang="en-US" sz="1000" b="1" dirty="0"/>
              <a:t>Explain how the machine is designed for support users and tasks</a:t>
            </a:r>
            <a:br>
              <a:rPr lang="en-US" sz="1000" b="1" dirty="0"/>
            </a:br>
            <a:r>
              <a:rPr lang="en-US" sz="1000" dirty="0"/>
              <a:t>-</a:t>
            </a:r>
            <a:r>
              <a:rPr lang="en-US" sz="1000" dirty="0" err="1"/>
              <a:t>ออกแบบมาให้ใช้ง่าย</a:t>
            </a:r>
            <a:r>
              <a:rPr lang="en-US" sz="1000" dirty="0"/>
              <a:t> </a:t>
            </a:r>
            <a:r>
              <a:rPr lang="en-US" sz="1000" dirty="0" err="1"/>
              <a:t>เพราะไม่มีฟังก์ชั้นน้อย</a:t>
            </a:r>
            <a:r>
              <a:rPr lang="en-US" sz="1000" dirty="0"/>
              <a:t> </a:t>
            </a:r>
            <a:r>
              <a:rPr lang="en-US" sz="1000" dirty="0" err="1"/>
              <a:t>เช่น</a:t>
            </a:r>
            <a:r>
              <a:rPr lang="en-US" sz="1000" dirty="0"/>
              <a:t> </a:t>
            </a:r>
            <a:r>
              <a:rPr lang="en-US" sz="1000" dirty="0" err="1"/>
              <a:t>เปิด-ปิด</a:t>
            </a:r>
            <a:r>
              <a:rPr lang="en-US" sz="1000" dirty="0"/>
              <a:t> </a:t>
            </a:r>
            <a:r>
              <a:rPr lang="en-US" sz="1000" dirty="0" err="1"/>
              <a:t>และ</a:t>
            </a:r>
            <a:r>
              <a:rPr lang="en-US" sz="1000" dirty="0"/>
              <a:t> </a:t>
            </a:r>
            <a:r>
              <a:rPr lang="en-US" sz="1000" dirty="0" err="1"/>
              <a:t>ปรับความแรงลม</a:t>
            </a:r>
            <a:br>
              <a:rPr lang="en-US" sz="1000" dirty="0"/>
            </a:br>
            <a:r>
              <a:rPr lang="en-US" sz="1000" dirty="0"/>
              <a:t>-</a:t>
            </a:r>
            <a:r>
              <a:rPr lang="en-US" sz="1000" dirty="0" err="1"/>
              <a:t>ขนาดพอดีมือ</a:t>
            </a:r>
            <a:r>
              <a:rPr lang="en-US" sz="1000" dirty="0"/>
              <a:t> </a:t>
            </a:r>
            <a:r>
              <a:rPr lang="en-US" sz="1000" dirty="0" err="1"/>
              <a:t>จับง่าย</a:t>
            </a:r>
            <a:r>
              <a:rPr lang="en-US" sz="1000" dirty="0"/>
              <a:t> </a:t>
            </a:r>
            <a:r>
              <a:rPr lang="en-US" sz="1000" dirty="0" err="1"/>
              <a:t>ปุ่มอยู่ในตำแหน่งที่เหมาะสม</a:t>
            </a:r>
            <a:br>
              <a:rPr lang="en-US" sz="1000" dirty="0"/>
            </a:br>
            <a:r>
              <a:rPr lang="en-US" sz="1000" dirty="0"/>
              <a:t>-</a:t>
            </a:r>
            <a:r>
              <a:rPr lang="en-US" sz="1000" dirty="0" err="1"/>
              <a:t>ด้านจับและช่องปล่อยลมอยู่ในระดับที่เหมาะสม</a:t>
            </a:r>
            <a:br>
              <a:rPr lang="en-US" sz="1000" dirty="0"/>
            </a:br>
            <a:r>
              <a:rPr lang="en-US" sz="1000" dirty="0"/>
              <a:t>-</a:t>
            </a:r>
            <a:r>
              <a:rPr lang="en-US" sz="1000" dirty="0" err="1"/>
              <a:t>วัสดุเป็นพาสติกทำให้มีน้ำหนักเบาซึ่งดีต่อผู้ใช้เพราะโดยมาก</a:t>
            </a:r>
            <a:r>
              <a:rPr lang="en-US" sz="1000" dirty="0"/>
              <a:t> </a:t>
            </a:r>
            <a:r>
              <a:rPr lang="en-US" sz="1000" dirty="0" err="1"/>
              <a:t>ผู้ใช้มักจะพกมาไหนไปไหนตลอดเวลา</a:t>
            </a:r>
            <a:br>
              <a:rPr lang="en-US" sz="1000" dirty="0"/>
            </a:br>
            <a:r>
              <a:rPr lang="en-US" sz="1000" dirty="0"/>
              <a:t>-</a:t>
            </a:r>
            <a:r>
              <a:rPr lang="en-US" sz="1000" dirty="0" err="1"/>
              <a:t>สามารถใช้ขณะชาร์ทไฟได้</a:t>
            </a:r>
            <a:br>
              <a:rPr lang="en-US" sz="1000" dirty="0"/>
            </a:br>
            <a:r>
              <a:rPr lang="en-US" sz="1000" dirty="0"/>
              <a:t>-</a:t>
            </a:r>
            <a:r>
              <a:rPr lang="en-US" sz="1000" dirty="0" err="1"/>
              <a:t>ใช้พลังงานต่ำ</a:t>
            </a:r>
            <a:r>
              <a:rPr lang="en-US" sz="1000" dirty="0"/>
              <a:t> </a:t>
            </a:r>
            <a:r>
              <a:rPr lang="en-US" sz="1000" dirty="0" err="1"/>
              <a:t>ทำให้ใช้งานได้นาน</a:t>
            </a:r>
            <a:endParaRPr lang="en-US" sz="1000" dirty="0"/>
          </a:p>
        </p:txBody>
      </p:sp>
      <p:pic>
        <p:nvPicPr>
          <p:cNvPr id="21" name="Picture 3" descr="รูปภาพประกอบด้วย การวาดภาพ, ศิลปะเด็ก, แผนภาพ, ศิลปะ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0BBD339A-6269-1C43-8E57-DA98771373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802" r="8935" b="-2"/>
          <a:stretch/>
        </p:blipFill>
        <p:spPr>
          <a:xfrm>
            <a:off x="7156290" y="78539"/>
            <a:ext cx="4963886" cy="6700922"/>
          </a:xfrm>
          <a:custGeom>
            <a:avLst/>
            <a:gdLst/>
            <a:ahLst/>
            <a:cxnLst/>
            <a:rect l="l" t="t" r="r" b="b"/>
            <a:pathLst>
              <a:path w="4963886" h="6700922">
                <a:moveTo>
                  <a:pt x="678017" y="0"/>
                </a:moveTo>
                <a:lnTo>
                  <a:pt x="4285869" y="0"/>
                </a:lnTo>
                <a:cubicBezTo>
                  <a:pt x="4660327" y="0"/>
                  <a:pt x="4963886" y="303559"/>
                  <a:pt x="4963886" y="678017"/>
                </a:cubicBezTo>
                <a:lnTo>
                  <a:pt x="4963886" y="6022905"/>
                </a:lnTo>
                <a:cubicBezTo>
                  <a:pt x="4963886" y="6397363"/>
                  <a:pt x="4660327" y="6700922"/>
                  <a:pt x="4285869" y="6700922"/>
                </a:cubicBezTo>
                <a:lnTo>
                  <a:pt x="678017" y="6700922"/>
                </a:lnTo>
                <a:cubicBezTo>
                  <a:pt x="303559" y="6700922"/>
                  <a:pt x="0" y="6397363"/>
                  <a:pt x="0" y="6022905"/>
                </a:cubicBezTo>
                <a:lnTo>
                  <a:pt x="0" y="678017"/>
                </a:lnTo>
                <a:cubicBezTo>
                  <a:pt x="0" y="303559"/>
                  <a:pt x="303559" y="0"/>
                  <a:pt x="678017" y="0"/>
                </a:cubicBezTo>
                <a:close/>
              </a:path>
            </a:pathLst>
          </a:custGeom>
        </p:spPr>
      </p:pic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59BA02FF-3882-8216-97BE-EC6143405028}"/>
              </a:ext>
            </a:extLst>
          </p:cNvPr>
          <p:cNvSpPr txBox="1"/>
          <p:nvPr/>
        </p:nvSpPr>
        <p:spPr>
          <a:xfrm>
            <a:off x="4868336" y="6359768"/>
            <a:ext cx="1748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67130701930</a:t>
            </a:r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2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กฤษ</a:t>
            </a:r>
            <a:r>
              <a:rPr lang="th-TH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ณ</a:t>
            </a:r>
            <a:r>
              <a:rPr lang="th-TH" sz="12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ะ</a:t>
            </a:r>
            <a:r>
              <a:rPr lang="th-TH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 พิพัฒน์พฤติกุล</a:t>
            </a:r>
          </a:p>
        </p:txBody>
      </p:sp>
    </p:spTree>
    <p:extLst>
      <p:ext uri="{BB962C8B-B14F-4D97-AF65-F5344CB8AC3E}">
        <p14:creationId xmlns:p14="http://schemas.microsoft.com/office/powerpoint/2010/main" val="1834499310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81</TotalTime>
  <Words>355</Words>
  <Application>Microsoft Macintosh PowerPoint</Application>
  <PresentationFormat>แบบจอกว้าง</PresentationFormat>
  <Paragraphs>7</Paragraphs>
  <Slides>1</Slides>
  <Notes>1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</vt:i4>
      </vt:variant>
    </vt:vector>
  </HeadingPairs>
  <TitlesOfParts>
    <vt:vector size="6" baseType="lpstr">
      <vt:lpstr>Angsana New</vt:lpstr>
      <vt:lpstr>Aptos</vt:lpstr>
      <vt:lpstr>Arial</vt:lpstr>
      <vt:lpstr>Neue Haas Grotesk Text Pro</vt:lpstr>
      <vt:lpstr>DylanVTI</vt:lpstr>
      <vt:lpstr>Exercise 3.1 • In your home or workplace find a simple machine, something with two to four controls and with no (!) internal computer (a simple toaster or an electric drill are possible candidates). Describe: • the users the machine seems to be designed for; • the tasks and subtasks the machine was evidently designed to support; • Explain how the machine is designed for support users and tasks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KRISSANA PIPUTPRUEDTIGUL</dc:creator>
  <cp:lastModifiedBy>KRISSANA PIPUTPRUEDTIGUL</cp:lastModifiedBy>
  <cp:revision>1</cp:revision>
  <dcterms:created xsi:type="dcterms:W3CDTF">2025-01-28T11:51:01Z</dcterms:created>
  <dcterms:modified xsi:type="dcterms:W3CDTF">2025-01-28T13:12:11Z</dcterms:modified>
</cp:coreProperties>
</file>