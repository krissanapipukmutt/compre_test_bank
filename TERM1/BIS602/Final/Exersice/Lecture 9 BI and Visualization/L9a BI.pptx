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5.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handoutMasters/handoutMaster1.xml" ContentType="application/vnd.openxmlformats-officedocument.presentationml.handoutMaster+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 id="2147484113" r:id="rId2"/>
    <p:sldMasterId id="2147484126" r:id="rId3"/>
  </p:sldMasterIdLst>
  <p:notesMasterIdLst>
    <p:notesMasterId r:id="rId18"/>
  </p:notesMasterIdLst>
  <p:handoutMasterIdLst>
    <p:handoutMasterId r:id="rId19"/>
  </p:handoutMasterIdLst>
  <p:sldIdLst>
    <p:sldId id="355" r:id="rId4"/>
    <p:sldId id="356" r:id="rId5"/>
    <p:sldId id="361" r:id="rId6"/>
    <p:sldId id="392" r:id="rId7"/>
    <p:sldId id="376" r:id="rId8"/>
    <p:sldId id="393" r:id="rId9"/>
    <p:sldId id="394" r:id="rId10"/>
    <p:sldId id="380" r:id="rId11"/>
    <p:sldId id="395" r:id="rId12"/>
    <p:sldId id="381" r:id="rId13"/>
    <p:sldId id="378" r:id="rId14"/>
    <p:sldId id="383" r:id="rId15"/>
    <p:sldId id="384" r:id="rId16"/>
    <p:sldId id="373" r:id="rId17"/>
  </p:sldIdLst>
  <p:sldSz cx="9144000" cy="6858000" type="screen4x3"/>
  <p:notesSz cx="6858000" cy="9144000"/>
  <p:custDataLst>
    <p:tags r:id="rId20"/>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92" autoAdjust="0"/>
    <p:restoredTop sz="84385" autoAdjust="0"/>
  </p:normalViewPr>
  <p:slideViewPr>
    <p:cSldViewPr>
      <p:cViewPr varScale="1">
        <p:scale>
          <a:sx n="124" d="100"/>
          <a:sy n="124" d="100"/>
        </p:scale>
        <p:origin x="504"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264"/>
    </p:cViewPr>
  </p:sorterViewPr>
  <p:notesViewPr>
    <p:cSldViewPr>
      <p:cViewPr>
        <p:scale>
          <a:sx n="100" d="100"/>
          <a:sy n="100" d="100"/>
        </p:scale>
        <p:origin x="-1548" y="168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customXml" Target="../customXml/item2.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 Id="rId27"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3506E05-6891-4D2B-9FF8-D402B3583BA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37891" name="Rectangle 3">
            <a:extLst>
              <a:ext uri="{FF2B5EF4-FFF2-40B4-BE49-F238E27FC236}">
                <a16:creationId xmlns:a16="http://schemas.microsoft.com/office/drawing/2014/main" id="{34194105-480E-4FCD-B38E-887EA5BDE499}"/>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37892" name="Rectangle 4">
            <a:extLst>
              <a:ext uri="{FF2B5EF4-FFF2-40B4-BE49-F238E27FC236}">
                <a16:creationId xmlns:a16="http://schemas.microsoft.com/office/drawing/2014/main" id="{8F225DFF-32EB-4A88-B2F0-838153B03F91}"/>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r>
              <a:rPr lang="en-US"/>
              <a:t>BDT - Lecture Style Format Sample</a:t>
            </a:r>
          </a:p>
        </p:txBody>
      </p:sp>
      <p:sp>
        <p:nvSpPr>
          <p:cNvPr id="37893" name="Rectangle 5">
            <a:extLst>
              <a:ext uri="{FF2B5EF4-FFF2-40B4-BE49-F238E27FC236}">
                <a16:creationId xmlns:a16="http://schemas.microsoft.com/office/drawing/2014/main" id="{99E2F0BC-E3F3-4EDC-9947-5378916A43FC}"/>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3AD174C-85A4-6143-97A8-412788855886}"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1FB8B6F-6052-431C-BC32-C876A7D6884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10243" name="Rectangle 3">
            <a:extLst>
              <a:ext uri="{FF2B5EF4-FFF2-40B4-BE49-F238E27FC236}">
                <a16:creationId xmlns:a16="http://schemas.microsoft.com/office/drawing/2014/main" id="{86ABAF12-2F87-478B-A678-0337AA43360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11268" name="Rectangle 4">
            <a:extLst>
              <a:ext uri="{FF2B5EF4-FFF2-40B4-BE49-F238E27FC236}">
                <a16:creationId xmlns:a16="http://schemas.microsoft.com/office/drawing/2014/main" id="{31C84524-55AB-C0EA-8304-53C063B924D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a:extLst>
              <a:ext uri="{FF2B5EF4-FFF2-40B4-BE49-F238E27FC236}">
                <a16:creationId xmlns:a16="http://schemas.microsoft.com/office/drawing/2014/main" id="{772D8C21-6692-4C60-ABE8-5A162711728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a:extLst>
              <a:ext uri="{FF2B5EF4-FFF2-40B4-BE49-F238E27FC236}">
                <a16:creationId xmlns:a16="http://schemas.microsoft.com/office/drawing/2014/main" id="{DBD86FAA-CFA2-43DB-AB68-BD8F77EDA60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r>
              <a:rPr lang="en-US"/>
              <a:t>BDT - Lecture Style Format Sample</a:t>
            </a:r>
          </a:p>
        </p:txBody>
      </p:sp>
      <p:sp>
        <p:nvSpPr>
          <p:cNvPr id="10247" name="Rectangle 7">
            <a:extLst>
              <a:ext uri="{FF2B5EF4-FFF2-40B4-BE49-F238E27FC236}">
                <a16:creationId xmlns:a16="http://schemas.microsoft.com/office/drawing/2014/main" id="{419BF62E-85B2-4866-95A2-A9780EDBE80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7C8B7B15-FA76-4C43-9D89-92DBC0D0AB47}" type="slidenum">
              <a:rPr lang="en-US" altLang="en-US"/>
              <a:pPr/>
              <a:t>‹#›</a:t>
            </a:fld>
            <a:endParaRPr lang="en-US" altLang="en-US"/>
          </a:p>
        </p:txBody>
      </p:sp>
    </p:spTree>
  </p:cSld>
  <p:clrMap bg1="lt1" tx1="dk1" bg2="lt2" tx2="dk2" accent1="accent1" accent2="accent2" accent3="accent3" accent4="accent4" accent5="accent5" accent6="accent6" hlink="hlink" folHlink="folHlink"/>
  <p:hf ftr="0" dt="0"/>
  <p:notesStyle>
    <a:lvl1pPr marL="119063" indent="-119063" algn="l" rtl="0" eaLnBrk="0" fontAlgn="base" hangingPunct="0">
      <a:spcBef>
        <a:spcPct val="30000"/>
      </a:spcBef>
      <a:spcAft>
        <a:spcPct val="0"/>
      </a:spcAft>
      <a:buChar char="•"/>
      <a:defRPr sz="1000" kern="1200">
        <a:solidFill>
          <a:schemeClr val="tx1"/>
        </a:solidFill>
        <a:latin typeface="Albertus (W1)" charset="0"/>
        <a:ea typeface="+mn-ea"/>
        <a:cs typeface="+mn-cs"/>
      </a:defRPr>
    </a:lvl1pPr>
    <a:lvl2pPr marL="403225" indent="-169863" algn="l" rtl="0" eaLnBrk="0" fontAlgn="base" hangingPunct="0">
      <a:spcBef>
        <a:spcPct val="30000"/>
      </a:spcBef>
      <a:spcAft>
        <a:spcPct val="0"/>
      </a:spcAft>
      <a:buFont typeface="Wingdings" pitchFamily="2" charset="2"/>
      <a:buChar char="§"/>
      <a:defRPr sz="1000" kern="1200">
        <a:solidFill>
          <a:schemeClr val="tx1"/>
        </a:solidFill>
        <a:latin typeface="Albertus (W1)" charset="0"/>
        <a:ea typeface="+mn-ea"/>
        <a:cs typeface="+mn-cs"/>
      </a:defRPr>
    </a:lvl2pPr>
    <a:lvl3pPr marL="636588" indent="-119063" algn="l" rtl="0" eaLnBrk="0" fontAlgn="base" hangingPunct="0">
      <a:spcBef>
        <a:spcPct val="30000"/>
      </a:spcBef>
      <a:spcAft>
        <a:spcPct val="0"/>
      </a:spcAft>
      <a:buChar char="o"/>
      <a:defRPr sz="1000" kern="1200">
        <a:solidFill>
          <a:schemeClr val="tx1"/>
        </a:solidFill>
        <a:latin typeface="Albertus (W1)" charset="0"/>
        <a:ea typeface="+mn-ea"/>
        <a:cs typeface="+mn-cs"/>
      </a:defRPr>
    </a:lvl3pPr>
    <a:lvl4pPr marL="869950" indent="-119063" algn="l" rtl="0" eaLnBrk="0" fontAlgn="base" hangingPunct="0">
      <a:spcBef>
        <a:spcPct val="30000"/>
      </a:spcBef>
      <a:spcAft>
        <a:spcPct val="0"/>
      </a:spcAft>
      <a:buFont typeface="Wingdings" pitchFamily="2" charset="2"/>
      <a:buChar char="v"/>
      <a:defRPr sz="1000" kern="1200">
        <a:solidFill>
          <a:schemeClr val="tx1"/>
        </a:solidFill>
        <a:latin typeface="Albertus (W1)" charset="0"/>
        <a:ea typeface="+mn-ea"/>
        <a:cs typeface="+mn-cs"/>
      </a:defRPr>
    </a:lvl4pPr>
    <a:lvl5pPr marL="1154113" indent="-169863" algn="l" rtl="0" eaLnBrk="0" fontAlgn="base" hangingPunct="0">
      <a:spcBef>
        <a:spcPct val="30000"/>
      </a:spcBef>
      <a:spcAft>
        <a:spcPct val="0"/>
      </a:spcAft>
      <a:buChar char="•"/>
      <a:defRPr sz="1000" kern="1200">
        <a:solidFill>
          <a:schemeClr val="tx1"/>
        </a:solidFill>
        <a:latin typeface="Albertus (W1)"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b-eye-network.com/hom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E8977A5B-E31E-1E18-0088-73EE2C5FA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fld id="{98D0FE3E-1F9D-2347-A717-FDC88576801E}" type="slidenum">
              <a:rPr lang="en-US" altLang="en-US" sz="1200">
                <a:latin typeface="Arial" panose="020B0604020202020204" pitchFamily="34" charset="0"/>
              </a:rPr>
              <a:pPr>
                <a:spcBef>
                  <a:spcPct val="0"/>
                </a:spcBef>
                <a:buFontTx/>
                <a:buNone/>
              </a:pPr>
              <a:t>1</a:t>
            </a:fld>
            <a:endParaRPr lang="en-US" altLang="en-US" sz="1200">
              <a:latin typeface="Arial" panose="020B0604020202020204" pitchFamily="34" charset="0"/>
            </a:endParaRPr>
          </a:p>
        </p:txBody>
      </p:sp>
      <p:sp>
        <p:nvSpPr>
          <p:cNvPr id="14339" name="Rectangle 2">
            <a:extLst>
              <a:ext uri="{FF2B5EF4-FFF2-40B4-BE49-F238E27FC236}">
                <a16:creationId xmlns:a16="http://schemas.microsoft.com/office/drawing/2014/main" id="{0EC0F738-1D30-CB84-9816-5A9C16EE954B}"/>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C752273D-FB90-71C5-3A31-3BD6F55A7E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lbertus (W1)"/>
              </a:rPr>
              <a:t>CLASSROOM OPENER</a:t>
            </a:r>
          </a:p>
          <a:p>
            <a:pPr eaLnBrk="1" hangingPunct="1"/>
            <a:r>
              <a:rPr lang="en-US" altLang="en-US" b="1">
                <a:latin typeface="Albertus (W1)"/>
              </a:rPr>
              <a:t>GREAT BUSINESS DECISIONS – Bill Inmon – The Father of the Data Warehouse</a:t>
            </a:r>
            <a:endParaRPr lang="en-US" altLang="en-US">
              <a:latin typeface="Albertus (W1)"/>
            </a:endParaRPr>
          </a:p>
          <a:p>
            <a:pPr eaLnBrk="1" hangingPunct="1"/>
            <a:r>
              <a:rPr lang="en-US" altLang="en-US">
                <a:latin typeface="Albertus (W1)"/>
              </a:rPr>
              <a:t>Bill Inmon, is recognized as the "father of the data warehouse" and co-creator of the "Corporate Information Factory." He has 35 years of experience in database technology management and data warehouse design. He is known globally for his seminars on developing data warehouses and has been a keynote speaker for every major computing association and many industry conferences, seminars, and tradeshows.</a:t>
            </a:r>
          </a:p>
          <a:p>
            <a:pPr eaLnBrk="1" hangingPunct="1"/>
            <a:r>
              <a:rPr lang="en-US" altLang="en-US">
                <a:latin typeface="Albertus (W1)"/>
              </a:rPr>
              <a:t>As an author, Bill has written about a variety of topics on the building, usage, and maintenance of the data warehouse and the Corporate Information Factory. He has written more than 650 articles, many of them have been published in major computer journals such as Datamation, ComputerWorld, DM Review and Byte Magazine. Bill currently publishes a free weekly newsletter for the Business Intelligence Network, and has been a major contributor since its inception. </a:t>
            </a:r>
            <a:r>
              <a:rPr lang="en-US" altLang="en-US">
                <a:latin typeface="Albertus (W1)"/>
                <a:hlinkClick r:id="rId3"/>
              </a:rPr>
              <a:t>http://www.b-eye-network.com/home/</a:t>
            </a:r>
            <a:r>
              <a:rPr lang="en-US" altLang="en-US">
                <a:latin typeface="Albertus (W1)"/>
              </a:rPr>
              <a:t> </a:t>
            </a:r>
          </a:p>
          <a:p>
            <a:pPr eaLnBrk="1" hangingPunct="1"/>
            <a:endParaRPr lang="en-US" altLang="en-US">
              <a:latin typeface="Albertus (W1)"/>
            </a:endParaRPr>
          </a:p>
        </p:txBody>
      </p:sp>
      <p:sp>
        <p:nvSpPr>
          <p:cNvPr id="14341" name="Header Placeholder 1">
            <a:extLst>
              <a:ext uri="{FF2B5EF4-FFF2-40B4-BE49-F238E27FC236}">
                <a16:creationId xmlns:a16="http://schemas.microsoft.com/office/drawing/2014/main" id="{CC684B85-D54D-B874-C954-9D3612FC90CC}"/>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endParaRPr lang="th-TH" altLang="en-US" sz="12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756BF6F-1B35-D8B4-679C-637B564C3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fld id="{9B5E4B50-1125-3943-A65B-B1CF98D4715B}" type="slidenum">
              <a:rPr lang="en-US" altLang="en-US" sz="1200">
                <a:latin typeface="Arial" panose="020B0604020202020204" pitchFamily="34" charset="0"/>
              </a:rPr>
              <a:pPr>
                <a:spcBef>
                  <a:spcPct val="0"/>
                </a:spcBef>
                <a:buFontTx/>
                <a:buNone/>
              </a:pPr>
              <a:t>2</a:t>
            </a:fld>
            <a:endParaRPr lang="en-US" altLang="en-US" sz="1200">
              <a:latin typeface="Arial" panose="020B0604020202020204" pitchFamily="34" charset="0"/>
            </a:endParaRPr>
          </a:p>
        </p:txBody>
      </p:sp>
      <p:sp>
        <p:nvSpPr>
          <p:cNvPr id="16387" name="Rectangle 2">
            <a:extLst>
              <a:ext uri="{FF2B5EF4-FFF2-40B4-BE49-F238E27FC236}">
                <a16:creationId xmlns:a16="http://schemas.microsoft.com/office/drawing/2014/main" id="{63A92600-E4BA-3315-E062-3C2AC3AD2CD5}"/>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CFD761D3-2D74-AEFC-582B-81B9222D98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lvl="1" indent="-190500" eaLnBrk="1" hangingPunct="1"/>
            <a:r>
              <a:rPr lang="en-US" altLang="en-US">
                <a:latin typeface="Albertus (W1)"/>
              </a:rPr>
              <a:t>A detailed review of the learning outcomes can be found at the end of the chapter in the textbook</a:t>
            </a:r>
          </a:p>
        </p:txBody>
      </p:sp>
      <p:sp>
        <p:nvSpPr>
          <p:cNvPr id="16389" name="Header Placeholder 1">
            <a:extLst>
              <a:ext uri="{FF2B5EF4-FFF2-40B4-BE49-F238E27FC236}">
                <a16:creationId xmlns:a16="http://schemas.microsoft.com/office/drawing/2014/main" id="{43B33D66-7FA1-8BA8-DA41-947BD700E42B}"/>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endParaRPr lang="th-TH" altLang="en-US" sz="120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3161C6F-4F96-2BA9-66D8-881B290F48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fld id="{0F8306B4-B438-E740-8881-DEB3CA1410CF}" type="slidenum">
              <a:rPr lang="en-US" altLang="en-US" sz="1200">
                <a:latin typeface="Arial" panose="020B0604020202020204" pitchFamily="34" charset="0"/>
              </a:rPr>
              <a:pPr>
                <a:spcBef>
                  <a:spcPct val="0"/>
                </a:spcBef>
                <a:buFontTx/>
                <a:buNone/>
              </a:pPr>
              <a:t>3</a:t>
            </a:fld>
            <a:endParaRPr lang="en-US" altLang="en-US" sz="1200">
              <a:latin typeface="Arial" panose="020B0604020202020204" pitchFamily="34" charset="0"/>
            </a:endParaRPr>
          </a:p>
        </p:txBody>
      </p:sp>
      <p:sp>
        <p:nvSpPr>
          <p:cNvPr id="18435" name="Rectangle 2">
            <a:extLst>
              <a:ext uri="{FF2B5EF4-FFF2-40B4-BE49-F238E27FC236}">
                <a16:creationId xmlns:a16="http://schemas.microsoft.com/office/drawing/2014/main" id="{C8AA47D5-BC8E-5F21-85FD-1EE7C2292A8D}"/>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58A2CBF4-568D-23F4-30A1-B20C167BF4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lbertus (W1)"/>
              </a:rPr>
              <a:t>What is the primary difference between a database and data warehouse?</a:t>
            </a:r>
          </a:p>
          <a:p>
            <a:pPr lvl="1" eaLnBrk="1" hangingPunct="1"/>
            <a:r>
              <a:rPr lang="en-US" altLang="en-US">
                <a:latin typeface="Albertus (W1)"/>
              </a:rPr>
              <a:t>The primary difference between a database and a data warehouse is that a database stores information for a single application, whereas a data warehouse stores information from multiple databases, or multiple applications, and external information such as industry information	</a:t>
            </a:r>
          </a:p>
          <a:p>
            <a:pPr lvl="1" eaLnBrk="1" hangingPunct="1"/>
            <a:r>
              <a:rPr lang="en-US" altLang="en-US">
                <a:latin typeface="Albertus (W1)"/>
              </a:rPr>
              <a:t>This enables cross-functional analysis, industry analysis, market analysis, etc., all from a single repository</a:t>
            </a:r>
          </a:p>
          <a:p>
            <a:pPr lvl="1" eaLnBrk="1" hangingPunct="1"/>
            <a:r>
              <a:rPr lang="en-US" altLang="en-US">
                <a:latin typeface="Albertus (W1)"/>
              </a:rPr>
              <a:t>Data warehouses support only analytical processing (OLAP)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8D5B83ED-BDDD-02F3-4C08-224BA4FBED81}"/>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5DAFD976-4BB3-7B3F-D057-72AA5959A0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22532" name="Slide Number Placeholder 3">
            <a:extLst>
              <a:ext uri="{FF2B5EF4-FFF2-40B4-BE49-F238E27FC236}">
                <a16:creationId xmlns:a16="http://schemas.microsoft.com/office/drawing/2014/main" id="{635756B9-9E13-DB16-4E80-F950F9B62C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25947B9-7A64-C54A-B4D1-A21AD2826FC9}" type="slidenum">
              <a:rPr lang="en-US" altLang="en-US">
                <a:solidFill>
                  <a:srgbClr val="000000"/>
                </a:solidFill>
                <a:latin typeface="Times New Roman" panose="02020603050405020304" pitchFamily="18" charset="0"/>
                <a:cs typeface="Arial" panose="020B0604020202020204" pitchFamily="34" charset="0"/>
                <a:sym typeface="Arial" panose="020B0604020202020204" pitchFamily="34" charset="0"/>
              </a:rPr>
              <a:pPr/>
              <a:t>4</a:t>
            </a:fld>
            <a:endParaRPr lang="en-US" altLang="en-US">
              <a:solidFill>
                <a:srgbClr val="000000"/>
              </a:solidFill>
              <a:latin typeface="Times New Roman" panose="02020603050405020304" pitchFamily="18" charset="0"/>
              <a:cs typeface="Arial" panose="020B0604020202020204" pitchFamily="34" charset="0"/>
              <a:sym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E84A5806-785D-B12C-2ACB-E36770510B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fld id="{5194BA47-9628-B34A-B624-160F5D9405EC}" type="slidenum">
              <a:rPr lang="en-US" altLang="en-US" sz="1200">
                <a:latin typeface="Arial" panose="020B0604020202020204" pitchFamily="34" charset="0"/>
              </a:rPr>
              <a:pPr>
                <a:spcBef>
                  <a:spcPct val="0"/>
                </a:spcBef>
                <a:buFontTx/>
                <a:buNone/>
              </a:pPr>
              <a:t>5</a:t>
            </a:fld>
            <a:endParaRPr lang="en-US" altLang="en-US" sz="1200">
              <a:latin typeface="Arial" panose="020B0604020202020204" pitchFamily="34" charset="0"/>
            </a:endParaRPr>
          </a:p>
        </p:txBody>
      </p:sp>
      <p:sp>
        <p:nvSpPr>
          <p:cNvPr id="36867" name="Rectangle 2">
            <a:extLst>
              <a:ext uri="{FF2B5EF4-FFF2-40B4-BE49-F238E27FC236}">
                <a16:creationId xmlns:a16="http://schemas.microsoft.com/office/drawing/2014/main" id="{E422B29C-1AD5-9F9F-8F91-CC1CAF623C23}"/>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C658AA67-33B7-62D6-59C9-3037C2EE6F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lbertus (W1)"/>
              </a:rPr>
              <a:t>Each layer in a data warehouse or data mart represents information according to an additional dimension</a:t>
            </a:r>
          </a:p>
          <a:p>
            <a:pPr eaLnBrk="1" hangingPunct="1"/>
            <a:r>
              <a:rPr lang="en-US" altLang="en-US">
                <a:latin typeface="Albertus (W1)"/>
              </a:rPr>
              <a:t>Dimensions could include such things as:</a:t>
            </a:r>
          </a:p>
          <a:p>
            <a:pPr lvl="1" eaLnBrk="1" hangingPunct="1"/>
            <a:r>
              <a:rPr lang="en-US" altLang="en-US">
                <a:latin typeface="Albertus (W1)"/>
              </a:rPr>
              <a:t>Products</a:t>
            </a:r>
          </a:p>
          <a:p>
            <a:pPr lvl="1" eaLnBrk="1" hangingPunct="1"/>
            <a:r>
              <a:rPr lang="en-US" altLang="en-US">
                <a:latin typeface="Albertus (W1)"/>
              </a:rPr>
              <a:t>Promotions</a:t>
            </a:r>
          </a:p>
          <a:p>
            <a:pPr lvl="1" eaLnBrk="1" hangingPunct="1"/>
            <a:r>
              <a:rPr lang="en-US" altLang="en-US">
                <a:latin typeface="Albertus (W1)"/>
              </a:rPr>
              <a:t>Stores</a:t>
            </a:r>
          </a:p>
          <a:p>
            <a:pPr lvl="1" eaLnBrk="1" hangingPunct="1"/>
            <a:r>
              <a:rPr lang="en-US" altLang="en-US">
                <a:latin typeface="Albertus (W1)"/>
              </a:rPr>
              <a:t>Category</a:t>
            </a:r>
          </a:p>
          <a:p>
            <a:pPr lvl="1" eaLnBrk="1" hangingPunct="1"/>
            <a:r>
              <a:rPr lang="en-US" altLang="en-US">
                <a:latin typeface="Albertus (W1)"/>
              </a:rPr>
              <a:t>Region</a:t>
            </a:r>
          </a:p>
          <a:p>
            <a:pPr lvl="1" eaLnBrk="1" hangingPunct="1"/>
            <a:r>
              <a:rPr lang="en-US" altLang="en-US">
                <a:latin typeface="Albertus (W1)"/>
              </a:rPr>
              <a:t>Stock price</a:t>
            </a:r>
          </a:p>
          <a:p>
            <a:pPr lvl="1" eaLnBrk="1" hangingPunct="1"/>
            <a:r>
              <a:rPr lang="en-US" altLang="en-US">
                <a:latin typeface="Albertus (W1)"/>
              </a:rPr>
              <a:t>Date</a:t>
            </a:r>
          </a:p>
          <a:p>
            <a:pPr lvl="1" eaLnBrk="1" hangingPunct="1"/>
            <a:r>
              <a:rPr lang="en-US" altLang="en-US">
                <a:latin typeface="Albertus (W1)"/>
              </a:rPr>
              <a:t>Time</a:t>
            </a:r>
          </a:p>
          <a:p>
            <a:pPr lvl="1" eaLnBrk="1" hangingPunct="1"/>
            <a:r>
              <a:rPr lang="en-US" altLang="en-US">
                <a:latin typeface="Albertus (W1)"/>
              </a:rPr>
              <a:t>Weather</a:t>
            </a:r>
          </a:p>
          <a:p>
            <a:pPr eaLnBrk="1" hangingPunct="1"/>
            <a:r>
              <a:rPr lang="en-US" altLang="en-US">
                <a:latin typeface="Albertus (W1)"/>
              </a:rPr>
              <a:t>Why is the ability to look at information based on different dimensions critical to a businesses success?</a:t>
            </a:r>
          </a:p>
          <a:p>
            <a:pPr lvl="1" eaLnBrk="1" hangingPunct="1"/>
            <a:r>
              <a:rPr lang="en-US" altLang="en-US">
                <a:latin typeface="Albertus (W1)"/>
              </a:rPr>
              <a:t>Ans:  The ability to look at information from different dimensions can add tremendous business insight</a:t>
            </a:r>
          </a:p>
          <a:p>
            <a:pPr lvl="1" eaLnBrk="1" hangingPunct="1"/>
            <a:r>
              <a:rPr lang="en-US" altLang="en-US">
                <a:latin typeface="Albertus (W1)"/>
              </a:rPr>
              <a:t>By slicing-and-dicing the information a business can uncover great unexpected insights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D1D8F8ED-F33B-9787-D9A4-6676CA4626CB}"/>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75369566-68ED-300F-2853-9586E17851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lbertus (W1)"/>
              </a:rPr>
              <a:t>An early reference to business intelligence occurs in Sun Tzu’s book </a:t>
            </a:r>
            <a:r>
              <a:rPr lang="en-US" altLang="en-US" i="1">
                <a:latin typeface="Albertus (W1)"/>
              </a:rPr>
              <a:t>The Art of War. Sun Tzu claims that to succeed in war, one should have full knowledge </a:t>
            </a:r>
            <a:r>
              <a:rPr lang="en-US" altLang="en-US">
                <a:latin typeface="Albertus (W1)"/>
              </a:rPr>
              <a:t>of one’s own strengths and weaknesses and full knowledge of the enemy’s strengths and weaknesses. Lack of either one might result in defeat.</a:t>
            </a:r>
          </a:p>
          <a:p>
            <a:endParaRPr lang="en-US" altLang="en-US">
              <a:latin typeface="Albertus (W1)"/>
            </a:endParaRPr>
          </a:p>
        </p:txBody>
      </p:sp>
      <p:sp>
        <p:nvSpPr>
          <p:cNvPr id="44036" name="Slide Number Placeholder 3">
            <a:extLst>
              <a:ext uri="{FF2B5EF4-FFF2-40B4-BE49-F238E27FC236}">
                <a16:creationId xmlns:a16="http://schemas.microsoft.com/office/drawing/2014/main" id="{C20E85B4-79FA-ABB7-380B-A75CA527CE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EC86C4-47BA-7D4E-9A41-5DECBF1E5E47}" type="slidenum">
              <a:rPr lang="en-US" altLang="en-US"/>
              <a:pPr/>
              <a:t>10</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4845B4A4-96AE-48D7-EE47-B1408B26F613}"/>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614B0FA3-C87F-77C5-C214-4B340C00DC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lbertus (W1)"/>
              </a:rPr>
              <a:t>The figure displays how organizations using BI can find the root causes to problems and provide solutions simply by asking “Why?” The process is initiated by analyzing a global report, say of sales per quarter. </a:t>
            </a:r>
          </a:p>
          <a:p>
            <a:r>
              <a:rPr lang="en-US" altLang="en-US">
                <a:latin typeface="Albertus (W1)"/>
              </a:rPr>
              <a:t>Every answer is followed by a new question, and users can drill deep down into a report to get to fundamental causes. </a:t>
            </a:r>
          </a:p>
          <a:p>
            <a:r>
              <a:rPr lang="en-US" altLang="en-US">
                <a:latin typeface="Albertus (W1)"/>
              </a:rPr>
              <a:t>Once they have a clear understanding of root causes, they can take highly effective action.</a:t>
            </a:r>
          </a:p>
          <a:p>
            <a:r>
              <a:rPr lang="en-US" altLang="en-US">
                <a:latin typeface="Albertus (W1)"/>
              </a:rPr>
              <a:t>Finding the answers to tough business questions by using data that is reliable, consistent, understandable, and easily manipulated allows a business to gain valuable insight into such things as:</a:t>
            </a:r>
          </a:p>
          <a:p>
            <a:r>
              <a:rPr lang="en-US" altLang="en-US" b="1">
                <a:latin typeface="Albertus (W1)"/>
              </a:rPr>
              <a:t>Where the business has been. </a:t>
            </a:r>
            <a:r>
              <a:rPr lang="en-US" altLang="en-US">
                <a:latin typeface="Albertus (W1)"/>
              </a:rPr>
              <a:t>Historical perspective is always important in determining trends and patterns of behavior.</a:t>
            </a:r>
          </a:p>
          <a:p>
            <a:r>
              <a:rPr lang="en-US" altLang="en-US" b="1">
                <a:latin typeface="Albertus (W1)"/>
              </a:rPr>
              <a:t>Where it is now. </a:t>
            </a:r>
            <a:r>
              <a:rPr lang="en-US" altLang="en-US">
                <a:latin typeface="Albertus (W1)"/>
              </a:rPr>
              <a:t>Current situations are critical to either modify if not acceptable or encourage if they are trending in the right direction.</a:t>
            </a:r>
          </a:p>
          <a:p>
            <a:r>
              <a:rPr lang="en-US" altLang="en-US" b="1">
                <a:latin typeface="Albertus (W1)"/>
              </a:rPr>
              <a:t>And where it will be in the near future. </a:t>
            </a:r>
            <a:r>
              <a:rPr lang="en-US" altLang="en-US">
                <a:latin typeface="Albertus (W1)"/>
              </a:rPr>
              <a:t>Being able to predict with surety the direction of the company is critical to sound planning and to creating sound business strategies.</a:t>
            </a:r>
          </a:p>
          <a:p>
            <a:endParaRPr lang="en-US" altLang="en-US">
              <a:latin typeface="Albertus (W1)"/>
            </a:endParaRPr>
          </a:p>
        </p:txBody>
      </p:sp>
      <p:sp>
        <p:nvSpPr>
          <p:cNvPr id="48132" name="Slide Number Placeholder 3">
            <a:extLst>
              <a:ext uri="{FF2B5EF4-FFF2-40B4-BE49-F238E27FC236}">
                <a16:creationId xmlns:a16="http://schemas.microsoft.com/office/drawing/2014/main" id="{80945831-E83C-2633-414C-B506F74599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har char="•"/>
              <a:defRPr sz="1000">
                <a:solidFill>
                  <a:schemeClr val="tx1"/>
                </a:solidFill>
                <a:latin typeface="Albertus (W1)"/>
              </a:defRPr>
            </a:lvl1pPr>
            <a:lvl2pPr marL="742950" indent="-285750">
              <a:spcBef>
                <a:spcPct val="30000"/>
              </a:spcBef>
              <a:buFont typeface="Wingdings" pitchFamily="2" charset="2"/>
              <a:buChar char="§"/>
              <a:defRPr sz="1000">
                <a:solidFill>
                  <a:schemeClr val="tx1"/>
                </a:solidFill>
                <a:latin typeface="Albertus (W1)"/>
              </a:defRPr>
            </a:lvl2pPr>
            <a:lvl3pPr marL="1143000" indent="-228600">
              <a:spcBef>
                <a:spcPct val="30000"/>
              </a:spcBef>
              <a:buChar char="o"/>
              <a:defRPr sz="1000">
                <a:solidFill>
                  <a:schemeClr val="tx1"/>
                </a:solidFill>
                <a:latin typeface="Albertus (W1)"/>
              </a:defRPr>
            </a:lvl3pPr>
            <a:lvl4pPr marL="1600200" indent="-228600">
              <a:spcBef>
                <a:spcPct val="30000"/>
              </a:spcBef>
              <a:buFont typeface="Wingdings" pitchFamily="2" charset="2"/>
              <a:buChar char="v"/>
              <a:defRPr sz="1000">
                <a:solidFill>
                  <a:schemeClr val="tx1"/>
                </a:solidFill>
                <a:latin typeface="Albertus (W1)"/>
              </a:defRPr>
            </a:lvl4pPr>
            <a:lvl5pPr marL="2057400" indent="-228600">
              <a:spcBef>
                <a:spcPct val="30000"/>
              </a:spcBef>
              <a:buChar char="•"/>
              <a:defRPr sz="1000">
                <a:solidFill>
                  <a:schemeClr val="tx1"/>
                </a:solidFill>
                <a:latin typeface="Albertus (W1)"/>
              </a:defRPr>
            </a:lvl5pPr>
            <a:lvl6pPr marL="2514600" indent="-228600" eaLnBrk="0" fontAlgn="base" hangingPunct="0">
              <a:spcBef>
                <a:spcPct val="30000"/>
              </a:spcBef>
              <a:spcAft>
                <a:spcPct val="0"/>
              </a:spcAft>
              <a:buChar char="•"/>
              <a:defRPr sz="1000">
                <a:solidFill>
                  <a:schemeClr val="tx1"/>
                </a:solidFill>
                <a:latin typeface="Albertus (W1)"/>
              </a:defRPr>
            </a:lvl6pPr>
            <a:lvl7pPr marL="2971800" indent="-228600" eaLnBrk="0" fontAlgn="base" hangingPunct="0">
              <a:spcBef>
                <a:spcPct val="30000"/>
              </a:spcBef>
              <a:spcAft>
                <a:spcPct val="0"/>
              </a:spcAft>
              <a:buChar char="•"/>
              <a:defRPr sz="1000">
                <a:solidFill>
                  <a:schemeClr val="tx1"/>
                </a:solidFill>
                <a:latin typeface="Albertus (W1)"/>
              </a:defRPr>
            </a:lvl7pPr>
            <a:lvl8pPr marL="3429000" indent="-228600" eaLnBrk="0" fontAlgn="base" hangingPunct="0">
              <a:spcBef>
                <a:spcPct val="30000"/>
              </a:spcBef>
              <a:spcAft>
                <a:spcPct val="0"/>
              </a:spcAft>
              <a:buChar char="•"/>
              <a:defRPr sz="1000">
                <a:solidFill>
                  <a:schemeClr val="tx1"/>
                </a:solidFill>
                <a:latin typeface="Albertus (W1)"/>
              </a:defRPr>
            </a:lvl8pPr>
            <a:lvl9pPr marL="3886200" indent="-228600" eaLnBrk="0" fontAlgn="base" hangingPunct="0">
              <a:spcBef>
                <a:spcPct val="30000"/>
              </a:spcBef>
              <a:spcAft>
                <a:spcPct val="0"/>
              </a:spcAft>
              <a:buChar char="•"/>
              <a:defRPr sz="1000">
                <a:solidFill>
                  <a:schemeClr val="tx1"/>
                </a:solidFill>
                <a:latin typeface="Albertus (W1)"/>
              </a:defRPr>
            </a:lvl9pPr>
          </a:lstStyle>
          <a:p>
            <a:pPr>
              <a:spcBef>
                <a:spcPct val="0"/>
              </a:spcBef>
              <a:buFontTx/>
              <a:buNone/>
            </a:pPr>
            <a:fld id="{BE3E7914-A812-5748-9C0D-849686B00B59}" type="slidenum">
              <a:rPr lang="en-US" altLang="en-US" sz="1200">
                <a:latin typeface="Arial" panose="020B0604020202020204" pitchFamily="34" charset="0"/>
              </a:rPr>
              <a:pPr>
                <a:spcBef>
                  <a:spcPct val="0"/>
                </a:spcBef>
                <a:buFontTx/>
                <a:buNone/>
              </a:pPr>
              <a:t>11</a:t>
            </a:fld>
            <a:endParaRPr lang="en-US" altLang="en-US" sz="120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10DF432B-94EB-2E37-68C5-CC07962E2258}"/>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E5A63B7C-480F-5CD4-E777-688A50D49B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lbertus (W1)"/>
              </a:rPr>
              <a:t>Richard Hackathorn of Bolder Technologies developed an interesting graph to demonstrate the value of operational BI. </a:t>
            </a:r>
          </a:p>
          <a:p>
            <a:r>
              <a:rPr lang="en-US" altLang="en-US">
                <a:latin typeface="Albertus (W1)"/>
              </a:rPr>
              <a:t>This Figure shows the three latencies that impact the speed of decision making. </a:t>
            </a:r>
          </a:p>
          <a:p>
            <a:r>
              <a:rPr lang="en-US" altLang="en-US">
                <a:latin typeface="Albertus (W1)"/>
              </a:rPr>
              <a:t>These are data, analysis, and decision latencies.</a:t>
            </a:r>
          </a:p>
          <a:p>
            <a:r>
              <a:rPr lang="en-US" altLang="en-US" b="1" i="1">
                <a:latin typeface="Albertus (W1)"/>
              </a:rPr>
              <a:t>Data latency  </a:t>
            </a:r>
            <a:r>
              <a:rPr lang="en-US" altLang="en-US">
                <a:latin typeface="Albertus (W1)"/>
              </a:rPr>
              <a:t>is the time duration to make data ready for analysis (i.e., the time for extracting, transforming, and cleansing the data), and loading the data into the database. All this can take time depending on the state of the operational data to begin with.</a:t>
            </a:r>
          </a:p>
          <a:p>
            <a:r>
              <a:rPr lang="en-US" altLang="en-US" b="1" i="1">
                <a:latin typeface="Albertus (W1)"/>
              </a:rPr>
              <a:t>Analysis latency </a:t>
            </a:r>
            <a:r>
              <a:rPr lang="en-US" altLang="en-US">
                <a:latin typeface="Albertus (W1)"/>
              </a:rPr>
              <a:t>is the time from which data are made available to the time when analysis is complete. Its length depends on the time it takes a business to do analysis. Usually, we think of this as the time it takes a human to do the analysis, but this can be decreased by the use of automated analytics that have thresholds. When the thresholds are exceeded, alerts or alarms can be issued to appropriate personnel, or they can cause exception processes to be initiated with no human intervention needed.</a:t>
            </a:r>
          </a:p>
          <a:p>
            <a:r>
              <a:rPr lang="en-US" altLang="en-US" b="1" i="1">
                <a:latin typeface="Albertus (W1)"/>
              </a:rPr>
              <a:t>Decision latency </a:t>
            </a:r>
            <a:r>
              <a:rPr lang="en-US" altLang="en-US">
                <a:latin typeface="Albertus (W1)"/>
              </a:rPr>
              <a:t>is the time it takes a human to comprehend the analytic result and determine an appropriate action. This form of latency is very difficult to reduce. The ability to remove the decision-making process from the human and automate it will greatly reduce the overall decision latency. Many forward thinking companies are doing just that. For example, rather than send a high value customer a letter informing him of a bounced check (which takes days to get to the customer), an automated system can simply send an immediate email or voice message informing the customer of the problem</a:t>
            </a:r>
          </a:p>
          <a:p>
            <a:endParaRPr lang="en-US" altLang="en-US">
              <a:latin typeface="Albertus (W1)"/>
            </a:endParaRPr>
          </a:p>
        </p:txBody>
      </p:sp>
      <p:sp>
        <p:nvSpPr>
          <p:cNvPr id="50180" name="Slide Number Placeholder 3">
            <a:extLst>
              <a:ext uri="{FF2B5EF4-FFF2-40B4-BE49-F238E27FC236}">
                <a16:creationId xmlns:a16="http://schemas.microsoft.com/office/drawing/2014/main" id="{B962A8AB-CACF-AE55-C546-5B6698664C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73C6D8-EE0B-8A47-83FD-B684BE432097}" type="slidenum">
              <a:rPr lang="en-US" altLang="en-US"/>
              <a:pPr/>
              <a:t>12</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351E9A8D-B147-82CA-BFDC-6F72935D9AC0}"/>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9492A857-7C53-5039-E050-B54BA17F95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lbertus (W1)"/>
              </a:rPr>
              <a:t>Richard Hackathorn of Bolder Technologies developed an interesting graph to demonstrate the value of operational BI. </a:t>
            </a:r>
          </a:p>
          <a:p>
            <a:r>
              <a:rPr lang="en-US" altLang="en-US">
                <a:latin typeface="Albertus (W1)"/>
              </a:rPr>
              <a:t>This Figure shows the three latencies that impact the speed of decision making. </a:t>
            </a:r>
          </a:p>
          <a:p>
            <a:r>
              <a:rPr lang="en-US" altLang="en-US">
                <a:latin typeface="Albertus (W1)"/>
              </a:rPr>
              <a:t>These are data, analysis, and decision latencies.</a:t>
            </a:r>
          </a:p>
          <a:p>
            <a:r>
              <a:rPr lang="en-US" altLang="en-US" b="1" i="1">
                <a:latin typeface="Albertus (W1)"/>
              </a:rPr>
              <a:t>Data latency  </a:t>
            </a:r>
            <a:r>
              <a:rPr lang="en-US" altLang="en-US">
                <a:latin typeface="Albertus (W1)"/>
              </a:rPr>
              <a:t>is the time duration to make data ready for analysis (i.e., the time for extracting, transforming, and cleansing the data), and loading the data into the database. All this can take time depending on the state of the operational data to begin with.</a:t>
            </a:r>
          </a:p>
          <a:p>
            <a:r>
              <a:rPr lang="en-US" altLang="en-US" b="1" i="1">
                <a:latin typeface="Albertus (W1)"/>
              </a:rPr>
              <a:t>Analysis latency </a:t>
            </a:r>
            <a:r>
              <a:rPr lang="en-US" altLang="en-US">
                <a:latin typeface="Albertus (W1)"/>
              </a:rPr>
              <a:t>is the time from which data are made available to the time when analysis is complete. Its length depends on the time it takes a business to do analysis. Usually, we think of this as the time it takes a human to do the analysis, but this can be decreased by the use of automated analytics that have thresholds. When the thresholds are exceeded, alerts or alarms can be issued to appropriate personnel, or they can cause exception processes to be initiated with no human intervention needed.</a:t>
            </a:r>
          </a:p>
          <a:p>
            <a:r>
              <a:rPr lang="en-US" altLang="en-US" b="1" i="1">
                <a:latin typeface="Albertus (W1)"/>
              </a:rPr>
              <a:t>Decision latency </a:t>
            </a:r>
            <a:r>
              <a:rPr lang="en-US" altLang="en-US">
                <a:latin typeface="Albertus (W1)"/>
              </a:rPr>
              <a:t>is the time it takes a human to comprehend the analytic result and determine an appropriate action. This form of latency is very difficult to reduce. The ability to remove the decision-making process from the human and automate it will greatly reduce the overall decision latency. Many forward thinking companies are doing just that. For example, rather than send a high value customer a letter informing him of a bounced check (which takes days to get to the customer), an automated system can simply send an immediate email or voice message informing the customer of the problem</a:t>
            </a:r>
          </a:p>
          <a:p>
            <a:endParaRPr lang="en-US" altLang="en-US">
              <a:latin typeface="Albertus (W1)"/>
            </a:endParaRPr>
          </a:p>
        </p:txBody>
      </p:sp>
      <p:sp>
        <p:nvSpPr>
          <p:cNvPr id="52228" name="Slide Number Placeholder 3">
            <a:extLst>
              <a:ext uri="{FF2B5EF4-FFF2-40B4-BE49-F238E27FC236}">
                <a16:creationId xmlns:a16="http://schemas.microsoft.com/office/drawing/2014/main" id="{73EBB7D6-AC8D-792E-EBB5-927BCA6499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335351-C2CF-FC4A-8C46-D635F10DE6F6}" type="slidenum">
              <a:rPr lang="en-US" altLang="en-US"/>
              <a:pPr/>
              <a:t>13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5">
            <a:extLst>
              <a:ext uri="{FF2B5EF4-FFF2-40B4-BE49-F238E27FC236}">
                <a16:creationId xmlns:a16="http://schemas.microsoft.com/office/drawing/2014/main" id="{FBB65000-2DF3-512D-76B3-519638A14E33}"/>
              </a:ext>
            </a:extLst>
          </p:cNvPr>
          <p:cNvGrpSpPr>
            <a:grpSpLocks/>
          </p:cNvGrpSpPr>
          <p:nvPr/>
        </p:nvGrpSpPr>
        <p:grpSpPr bwMode="auto">
          <a:xfrm>
            <a:off x="0" y="0"/>
            <a:ext cx="9144000" cy="6858000"/>
            <a:chOff x="0" y="0"/>
            <a:chExt cx="9144000" cy="6858000"/>
          </a:xfrm>
        </p:grpSpPr>
        <p:sp>
          <p:nvSpPr>
            <p:cNvPr id="5" name="Rectangle 4">
              <a:extLst>
                <a:ext uri="{FF2B5EF4-FFF2-40B4-BE49-F238E27FC236}">
                  <a16:creationId xmlns:a16="http://schemas.microsoft.com/office/drawing/2014/main" id="{12F5BE94-F22E-53A4-9257-079D3F72174C}"/>
                </a:ext>
              </a:extLst>
            </p:cNvPr>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090B9E44-B50D-CD3A-263C-6D8A550B5D17}"/>
                </a:ext>
              </a:extLst>
            </p:cNvPr>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7" name="Freeform 6">
            <a:extLst>
              <a:ext uri="{FF2B5EF4-FFF2-40B4-BE49-F238E27FC236}">
                <a16:creationId xmlns:a16="http://schemas.microsoft.com/office/drawing/2014/main" id="{98C8924F-E549-C2E7-964E-D4AAE1C88035}"/>
              </a:ext>
            </a:extLst>
          </p:cNvPr>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2EED340F-5B71-302F-2F47-23CFD1199C67}"/>
              </a:ext>
            </a:extLst>
          </p:cNvPr>
          <p:cNvSpPr/>
          <p:nvPr/>
        </p:nvSpPr>
        <p:spPr>
          <a:xfrm>
            <a:off x="990600" y="1017588"/>
            <a:ext cx="7178675" cy="4830762"/>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17DF5D07-C3DB-3674-2528-90D8A0C432EB}"/>
              </a:ext>
            </a:extLst>
          </p:cNvPr>
          <p:cNvSpPr/>
          <p:nvPr/>
        </p:nvSpPr>
        <p:spPr>
          <a:xfrm>
            <a:off x="990600" y="1009650"/>
            <a:ext cx="7180263" cy="4832350"/>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10" name="Picture 2" descr="C:\Users\Administrator\Desktop\Pushpin Dev\Assets\pushpinLeft.png">
            <a:extLst>
              <a:ext uri="{FF2B5EF4-FFF2-40B4-BE49-F238E27FC236}">
                <a16:creationId xmlns:a16="http://schemas.microsoft.com/office/drawing/2014/main" id="{547352CF-9C4D-C508-F0B7-17011D97A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35684">
            <a:off x="769938" y="701675"/>
            <a:ext cx="56673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C:\Users\Administrator\Desktop\Pushpin Dev\Assets\pushpinLeft.png">
            <a:extLst>
              <a:ext uri="{FF2B5EF4-FFF2-40B4-BE49-F238E27FC236}">
                <a16:creationId xmlns:a16="http://schemas.microsoft.com/office/drawing/2014/main" id="{4E2F693C-32A6-4673-EA4C-6B6D47CC9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96196">
            <a:off x="7854950" y="749300"/>
            <a:ext cx="56673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2" name="Date Placeholder 3">
            <a:extLst>
              <a:ext uri="{FF2B5EF4-FFF2-40B4-BE49-F238E27FC236}">
                <a16:creationId xmlns:a16="http://schemas.microsoft.com/office/drawing/2014/main" id="{61BE097F-BD8C-DFD1-F808-956DE4006F06}"/>
              </a:ext>
            </a:extLst>
          </p:cNvPr>
          <p:cNvSpPr>
            <a:spLocks noGrp="1"/>
          </p:cNvSpPr>
          <p:nvPr>
            <p:ph type="dt" sz="half" idx="10"/>
          </p:nvPr>
        </p:nvSpPr>
        <p:spPr>
          <a:xfrm>
            <a:off x="6770688" y="5357813"/>
            <a:ext cx="1214437" cy="365125"/>
          </a:xfrm>
        </p:spPr>
        <p:txBody>
          <a:bodyPr/>
          <a:lstStyle>
            <a:lvl1pPr>
              <a:defRPr/>
            </a:lvl1pPr>
          </a:lstStyle>
          <a:p>
            <a:pPr>
              <a:defRPr/>
            </a:pPr>
            <a:fld id="{36197C49-EEE7-A84B-9A09-995C63F689E9}" type="datetime1">
              <a:rPr lang="en-US"/>
              <a:pPr>
                <a:defRPr/>
              </a:pPr>
              <a:t>3/13/25</a:t>
            </a:fld>
            <a:endParaRPr lang="en-US"/>
          </a:p>
        </p:txBody>
      </p:sp>
      <p:sp>
        <p:nvSpPr>
          <p:cNvPr id="13" name="Footer Placeholder 4">
            <a:extLst>
              <a:ext uri="{FF2B5EF4-FFF2-40B4-BE49-F238E27FC236}">
                <a16:creationId xmlns:a16="http://schemas.microsoft.com/office/drawing/2014/main" id="{1A59250A-E4E7-579A-327E-0B7CAC18A4ED}"/>
              </a:ext>
            </a:extLst>
          </p:cNvPr>
          <p:cNvSpPr>
            <a:spLocks noGrp="1"/>
          </p:cNvSpPr>
          <p:nvPr>
            <p:ph type="ftr" sz="quarter" idx="11"/>
          </p:nvPr>
        </p:nvSpPr>
        <p:spPr>
          <a:xfrm>
            <a:off x="1174750" y="5357813"/>
            <a:ext cx="5033963" cy="365125"/>
          </a:xfrm>
        </p:spPr>
        <p:txBody>
          <a:bodyPr/>
          <a:lstStyle>
            <a:lvl1pPr>
              <a:defRPr/>
            </a:lvl1pPr>
          </a:lstStyle>
          <a:p>
            <a:pPr>
              <a:defRPr/>
            </a:pPr>
            <a:endParaRPr lang="en-US"/>
          </a:p>
        </p:txBody>
      </p:sp>
      <p:sp>
        <p:nvSpPr>
          <p:cNvPr id="14" name="Slide Number Placeholder 5">
            <a:extLst>
              <a:ext uri="{FF2B5EF4-FFF2-40B4-BE49-F238E27FC236}">
                <a16:creationId xmlns:a16="http://schemas.microsoft.com/office/drawing/2014/main" id="{FC68C336-E42F-AA99-A517-A834DF60CB0C}"/>
              </a:ext>
            </a:extLst>
          </p:cNvPr>
          <p:cNvSpPr>
            <a:spLocks noGrp="1"/>
          </p:cNvSpPr>
          <p:nvPr>
            <p:ph type="sldNum" sz="quarter" idx="12"/>
          </p:nvPr>
        </p:nvSpPr>
        <p:spPr>
          <a:xfrm>
            <a:off x="6213475" y="5357813"/>
            <a:ext cx="554038" cy="365125"/>
          </a:xfrm>
        </p:spPr>
        <p:txBody>
          <a:bodyPr/>
          <a:lstStyle>
            <a:lvl1pPr algn="ctr">
              <a:defRPr/>
            </a:lvl1pPr>
          </a:lstStyle>
          <a:p>
            <a:fld id="{5A634D74-06CC-B349-9A59-E07E6360D3FB}" type="slidenum">
              <a:rPr lang="en-US" altLang="en-US"/>
              <a:pPr/>
              <a:t>‹#›</a:t>
            </a:fld>
            <a:endParaRPr lang="en-US" altLang="en-US"/>
          </a:p>
        </p:txBody>
      </p:sp>
    </p:spTree>
    <p:extLst>
      <p:ext uri="{BB962C8B-B14F-4D97-AF65-F5344CB8AC3E}">
        <p14:creationId xmlns:p14="http://schemas.microsoft.com/office/powerpoint/2010/main" val="2983698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E41B3-FA88-5D76-22AC-10B6EB3DF521}"/>
              </a:ext>
            </a:extLst>
          </p:cNvPr>
          <p:cNvSpPr>
            <a:spLocks noGrp="1"/>
          </p:cNvSpPr>
          <p:nvPr>
            <p:ph type="dt" sz="half" idx="10"/>
          </p:nvPr>
        </p:nvSpPr>
        <p:spPr/>
        <p:txBody>
          <a:bodyPr/>
          <a:lstStyle>
            <a:lvl1pPr>
              <a:defRPr/>
            </a:lvl1pPr>
          </a:lstStyle>
          <a:p>
            <a:pPr>
              <a:defRPr/>
            </a:pPr>
            <a:fld id="{55AA0326-ED13-5C4E-865A-8AC4BB371329}" type="datetime1">
              <a:rPr lang="en-US"/>
              <a:pPr>
                <a:defRPr/>
              </a:pPr>
              <a:t>3/13/25</a:t>
            </a:fld>
            <a:endParaRPr lang="en-US"/>
          </a:p>
        </p:txBody>
      </p:sp>
      <p:sp>
        <p:nvSpPr>
          <p:cNvPr id="5" name="Footer Placeholder 4">
            <a:extLst>
              <a:ext uri="{FF2B5EF4-FFF2-40B4-BE49-F238E27FC236}">
                <a16:creationId xmlns:a16="http://schemas.microsoft.com/office/drawing/2014/main" id="{B53F4F74-9740-3EE8-0C9C-B04AF20FE96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28F6335-6F92-850B-44C3-30853236BD5F}"/>
              </a:ext>
            </a:extLst>
          </p:cNvPr>
          <p:cNvSpPr>
            <a:spLocks noGrp="1"/>
          </p:cNvSpPr>
          <p:nvPr>
            <p:ph type="sldNum" sz="quarter" idx="12"/>
          </p:nvPr>
        </p:nvSpPr>
        <p:spPr/>
        <p:txBody>
          <a:bodyPr/>
          <a:lstStyle>
            <a:lvl1pPr>
              <a:defRPr/>
            </a:lvl1pPr>
          </a:lstStyle>
          <a:p>
            <a:fld id="{70BEC4A1-273E-E246-AA2D-E0962CD8B9C0}" type="slidenum">
              <a:rPr lang="en-US" altLang="en-US"/>
              <a:pPr/>
              <a:t>‹#›</a:t>
            </a:fld>
            <a:endParaRPr lang="en-US" altLang="en-US"/>
          </a:p>
        </p:txBody>
      </p:sp>
    </p:spTree>
    <p:extLst>
      <p:ext uri="{BB962C8B-B14F-4D97-AF65-F5344CB8AC3E}">
        <p14:creationId xmlns:p14="http://schemas.microsoft.com/office/powerpoint/2010/main" val="1188263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1D74E-3E81-59A1-FB4D-5BA5FD642E90}"/>
              </a:ext>
            </a:extLst>
          </p:cNvPr>
          <p:cNvSpPr>
            <a:spLocks noGrp="1"/>
          </p:cNvSpPr>
          <p:nvPr>
            <p:ph type="dt" sz="half" idx="10"/>
          </p:nvPr>
        </p:nvSpPr>
        <p:spPr/>
        <p:txBody>
          <a:bodyPr/>
          <a:lstStyle>
            <a:lvl1pPr>
              <a:defRPr/>
            </a:lvl1pPr>
          </a:lstStyle>
          <a:p>
            <a:pPr>
              <a:defRPr/>
            </a:pPr>
            <a:fld id="{16FC33D0-E73F-1D40-8956-F014A4EB08B5}" type="datetime1">
              <a:rPr lang="en-US"/>
              <a:pPr>
                <a:defRPr/>
              </a:pPr>
              <a:t>3/13/25</a:t>
            </a:fld>
            <a:endParaRPr lang="en-US"/>
          </a:p>
        </p:txBody>
      </p:sp>
      <p:sp>
        <p:nvSpPr>
          <p:cNvPr id="5" name="Footer Placeholder 4">
            <a:extLst>
              <a:ext uri="{FF2B5EF4-FFF2-40B4-BE49-F238E27FC236}">
                <a16:creationId xmlns:a16="http://schemas.microsoft.com/office/drawing/2014/main" id="{28329545-BAB5-48B8-8C0B-EA4544DAF9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1F93BE4-5FCB-B955-772C-07E7DE0356B5}"/>
              </a:ext>
            </a:extLst>
          </p:cNvPr>
          <p:cNvSpPr>
            <a:spLocks noGrp="1"/>
          </p:cNvSpPr>
          <p:nvPr>
            <p:ph type="sldNum" sz="quarter" idx="12"/>
          </p:nvPr>
        </p:nvSpPr>
        <p:spPr/>
        <p:txBody>
          <a:bodyPr/>
          <a:lstStyle>
            <a:lvl1pPr>
              <a:defRPr/>
            </a:lvl1pPr>
          </a:lstStyle>
          <a:p>
            <a:fld id="{6D36CBCC-A7EE-A041-8B8D-676B0F68F4D1}" type="slidenum">
              <a:rPr lang="en-US" altLang="en-US"/>
              <a:pPr/>
              <a:t>‹#›</a:t>
            </a:fld>
            <a:endParaRPr lang="en-US" altLang="en-US"/>
          </a:p>
        </p:txBody>
      </p:sp>
    </p:spTree>
    <p:extLst>
      <p:ext uri="{BB962C8B-B14F-4D97-AF65-F5344CB8AC3E}">
        <p14:creationId xmlns:p14="http://schemas.microsoft.com/office/powerpoint/2010/main" val="3327959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298448" y="2121407"/>
            <a:ext cx="3200400" cy="3602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63440" y="2119313"/>
            <a:ext cx="3200400" cy="3605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CDF591DD-9C07-02A9-509C-9B1F73FCA4FE}"/>
              </a:ext>
            </a:extLst>
          </p:cNvPr>
          <p:cNvSpPr>
            <a:spLocks noGrp="1"/>
          </p:cNvSpPr>
          <p:nvPr>
            <p:ph type="dt" sz="half" idx="15"/>
          </p:nvPr>
        </p:nvSpPr>
        <p:spPr/>
        <p:txBody>
          <a:bodyPr/>
          <a:lstStyle>
            <a:lvl1pPr>
              <a:defRPr/>
            </a:lvl1pPr>
          </a:lstStyle>
          <a:p>
            <a:pPr>
              <a:defRPr/>
            </a:pPr>
            <a:fld id="{DE36F0EF-C651-8E40-84A0-CDF44B661272}" type="datetime1">
              <a:rPr lang="en-US"/>
              <a:pPr>
                <a:defRPr/>
              </a:pPr>
              <a:t>3/13/25</a:t>
            </a:fld>
            <a:endParaRPr lang="en-US"/>
          </a:p>
        </p:txBody>
      </p:sp>
      <p:sp>
        <p:nvSpPr>
          <p:cNvPr id="4" name="Footer Placeholder 4">
            <a:extLst>
              <a:ext uri="{FF2B5EF4-FFF2-40B4-BE49-F238E27FC236}">
                <a16:creationId xmlns:a16="http://schemas.microsoft.com/office/drawing/2014/main" id="{C6C565D2-9940-4B8D-5161-7CFB5A3D7947}"/>
              </a:ext>
            </a:extLst>
          </p:cNvPr>
          <p:cNvSpPr>
            <a:spLocks noGrp="1"/>
          </p:cNvSpPr>
          <p:nvPr>
            <p:ph type="ftr" sz="quarter" idx="16"/>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3CD4EBE-1136-10BB-7EDF-462700F74317}"/>
              </a:ext>
            </a:extLst>
          </p:cNvPr>
          <p:cNvSpPr>
            <a:spLocks noGrp="1"/>
          </p:cNvSpPr>
          <p:nvPr>
            <p:ph type="sldNum" sz="quarter" idx="17"/>
          </p:nvPr>
        </p:nvSpPr>
        <p:spPr/>
        <p:txBody>
          <a:bodyPr/>
          <a:lstStyle>
            <a:lvl1pPr>
              <a:defRPr/>
            </a:lvl1pPr>
          </a:lstStyle>
          <a:p>
            <a:fld id="{B2D17C3A-33DC-2448-8E73-30D89FF0DCA1}" type="slidenum">
              <a:rPr lang="en-US" altLang="en-US"/>
              <a:pPr/>
              <a:t>‹#›</a:t>
            </a:fld>
            <a:endParaRPr lang="en-US" altLang="en-US"/>
          </a:p>
        </p:txBody>
      </p:sp>
    </p:spTree>
    <p:extLst>
      <p:ext uri="{BB962C8B-B14F-4D97-AF65-F5344CB8AC3E}">
        <p14:creationId xmlns:p14="http://schemas.microsoft.com/office/powerpoint/2010/main" val="4180149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13"/>
          </p:nvPr>
        </p:nvSpPr>
        <p:spPr>
          <a:xfrm>
            <a:off x="1298448" y="2944368"/>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94555-CDD4-7D92-FAC4-9129AD1E01F6}"/>
              </a:ext>
            </a:extLst>
          </p:cNvPr>
          <p:cNvSpPr>
            <a:spLocks noGrp="1"/>
          </p:cNvSpPr>
          <p:nvPr>
            <p:ph type="dt" sz="half" idx="15"/>
          </p:nvPr>
        </p:nvSpPr>
        <p:spPr/>
        <p:txBody>
          <a:bodyPr/>
          <a:lstStyle>
            <a:lvl1pPr>
              <a:defRPr/>
            </a:lvl1pPr>
          </a:lstStyle>
          <a:p>
            <a:pPr>
              <a:defRPr/>
            </a:pPr>
            <a:fld id="{3C37EF19-5383-614E-A5FC-B889F26040D3}" type="datetime1">
              <a:rPr lang="en-US"/>
              <a:pPr>
                <a:defRPr/>
              </a:pPr>
              <a:t>3/13/25</a:t>
            </a:fld>
            <a:endParaRPr lang="en-US"/>
          </a:p>
        </p:txBody>
      </p:sp>
      <p:sp>
        <p:nvSpPr>
          <p:cNvPr id="6" name="Footer Placeholder 4">
            <a:extLst>
              <a:ext uri="{FF2B5EF4-FFF2-40B4-BE49-F238E27FC236}">
                <a16:creationId xmlns:a16="http://schemas.microsoft.com/office/drawing/2014/main" id="{7B76D584-5EDD-F380-89FE-B0BD1920414F}"/>
              </a:ext>
            </a:extLst>
          </p:cNvPr>
          <p:cNvSpPr>
            <a:spLocks noGrp="1"/>
          </p:cNvSpPr>
          <p:nvPr>
            <p:ph type="ftr" sz="quarter" idx="16"/>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EC84C28-700F-38C3-2129-42A5C98D870F}"/>
              </a:ext>
            </a:extLst>
          </p:cNvPr>
          <p:cNvSpPr>
            <a:spLocks noGrp="1"/>
          </p:cNvSpPr>
          <p:nvPr>
            <p:ph type="sldNum" sz="quarter" idx="17"/>
          </p:nvPr>
        </p:nvSpPr>
        <p:spPr/>
        <p:txBody>
          <a:bodyPr/>
          <a:lstStyle>
            <a:lvl1pPr>
              <a:defRPr/>
            </a:lvl1pPr>
          </a:lstStyle>
          <a:p>
            <a:fld id="{D7E94EB6-DF28-CF4F-AF99-E2FD27A3BE10}" type="slidenum">
              <a:rPr lang="en-US" altLang="en-US"/>
              <a:pPr/>
              <a:t>‹#›</a:t>
            </a:fld>
            <a:endParaRPr lang="en-US" altLang="en-US"/>
          </a:p>
        </p:txBody>
      </p:sp>
    </p:spTree>
    <p:extLst>
      <p:ext uri="{BB962C8B-B14F-4D97-AF65-F5344CB8AC3E}">
        <p14:creationId xmlns:p14="http://schemas.microsoft.com/office/powerpoint/2010/main" val="2503881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A86C2AF-11F1-CCCC-B4B6-CE0AD49813B1}"/>
              </a:ext>
            </a:extLst>
          </p:cNvPr>
          <p:cNvSpPr>
            <a:spLocks noGrp="1"/>
          </p:cNvSpPr>
          <p:nvPr>
            <p:ph type="dt" sz="half" idx="10"/>
          </p:nvPr>
        </p:nvSpPr>
        <p:spPr/>
        <p:txBody>
          <a:bodyPr/>
          <a:lstStyle>
            <a:lvl1pPr>
              <a:defRPr/>
            </a:lvl1pPr>
          </a:lstStyle>
          <a:p>
            <a:pPr>
              <a:defRPr/>
            </a:pPr>
            <a:fld id="{C77F67B1-C4E1-534D-A79B-2684DA8A5930}" type="datetime1">
              <a:rPr lang="en-US"/>
              <a:pPr>
                <a:defRPr/>
              </a:pPr>
              <a:t>3/13/25</a:t>
            </a:fld>
            <a:endParaRPr lang="en-US"/>
          </a:p>
        </p:txBody>
      </p:sp>
      <p:sp>
        <p:nvSpPr>
          <p:cNvPr id="4" name="Footer Placeholder 4">
            <a:extLst>
              <a:ext uri="{FF2B5EF4-FFF2-40B4-BE49-F238E27FC236}">
                <a16:creationId xmlns:a16="http://schemas.microsoft.com/office/drawing/2014/main" id="{67F5BA00-7280-FE00-45BA-3F87B19C0C2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5DFE7F2-CEA6-E500-6A9E-61A623EFB5E6}"/>
              </a:ext>
            </a:extLst>
          </p:cNvPr>
          <p:cNvSpPr>
            <a:spLocks noGrp="1"/>
          </p:cNvSpPr>
          <p:nvPr>
            <p:ph type="sldNum" sz="quarter" idx="12"/>
          </p:nvPr>
        </p:nvSpPr>
        <p:spPr/>
        <p:txBody>
          <a:bodyPr/>
          <a:lstStyle>
            <a:lvl1pPr>
              <a:defRPr/>
            </a:lvl1pPr>
          </a:lstStyle>
          <a:p>
            <a:fld id="{4DB34ACE-D0D3-5646-9512-53B100DE6CD4}" type="slidenum">
              <a:rPr lang="en-US" altLang="en-US"/>
              <a:pPr/>
              <a:t>‹#›</a:t>
            </a:fld>
            <a:endParaRPr lang="en-US" altLang="en-US"/>
          </a:p>
        </p:txBody>
      </p:sp>
    </p:spTree>
    <p:extLst>
      <p:ext uri="{BB962C8B-B14F-4D97-AF65-F5344CB8AC3E}">
        <p14:creationId xmlns:p14="http://schemas.microsoft.com/office/powerpoint/2010/main" val="1205870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EE7FD8-8219-919D-ECA3-37F9C180F0BB}"/>
              </a:ext>
            </a:extLst>
          </p:cNvPr>
          <p:cNvSpPr>
            <a:spLocks noGrp="1"/>
          </p:cNvSpPr>
          <p:nvPr>
            <p:ph type="dt" sz="half" idx="10"/>
          </p:nvPr>
        </p:nvSpPr>
        <p:spPr/>
        <p:txBody>
          <a:bodyPr/>
          <a:lstStyle>
            <a:lvl1pPr>
              <a:defRPr/>
            </a:lvl1pPr>
          </a:lstStyle>
          <a:p>
            <a:pPr>
              <a:defRPr/>
            </a:pPr>
            <a:fld id="{B6515E29-F01B-9247-8EA1-787A82819B73}" type="datetime1">
              <a:rPr lang="en-US"/>
              <a:pPr>
                <a:defRPr/>
              </a:pPr>
              <a:t>3/13/25</a:t>
            </a:fld>
            <a:endParaRPr lang="en-US"/>
          </a:p>
        </p:txBody>
      </p:sp>
      <p:sp>
        <p:nvSpPr>
          <p:cNvPr id="3" name="Footer Placeholder 4">
            <a:extLst>
              <a:ext uri="{FF2B5EF4-FFF2-40B4-BE49-F238E27FC236}">
                <a16:creationId xmlns:a16="http://schemas.microsoft.com/office/drawing/2014/main" id="{F5562ADD-A8E4-BCEA-A2B0-1499F4B14B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EC5711D-2E45-5D7E-0F0C-A095D90E3AB7}"/>
              </a:ext>
            </a:extLst>
          </p:cNvPr>
          <p:cNvSpPr>
            <a:spLocks noGrp="1"/>
          </p:cNvSpPr>
          <p:nvPr>
            <p:ph type="sldNum" sz="quarter" idx="12"/>
          </p:nvPr>
        </p:nvSpPr>
        <p:spPr/>
        <p:txBody>
          <a:bodyPr/>
          <a:lstStyle>
            <a:lvl1pPr>
              <a:defRPr/>
            </a:lvl1pPr>
          </a:lstStyle>
          <a:p>
            <a:fld id="{FD8701D8-4DE6-6D47-8F14-1AE0DE42D1B3}" type="slidenum">
              <a:rPr lang="en-US" altLang="en-US"/>
              <a:pPr/>
              <a:t>‹#›</a:t>
            </a:fld>
            <a:endParaRPr lang="en-US" altLang="en-US"/>
          </a:p>
        </p:txBody>
      </p:sp>
    </p:spTree>
    <p:extLst>
      <p:ext uri="{BB962C8B-B14F-4D97-AF65-F5344CB8AC3E}">
        <p14:creationId xmlns:p14="http://schemas.microsoft.com/office/powerpoint/2010/main" val="689385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5" name="Group 15">
            <a:extLst>
              <a:ext uri="{FF2B5EF4-FFF2-40B4-BE49-F238E27FC236}">
                <a16:creationId xmlns:a16="http://schemas.microsoft.com/office/drawing/2014/main" id="{921753A4-D458-71B9-8529-E177317F8FED}"/>
              </a:ext>
            </a:extLst>
          </p:cNvPr>
          <p:cNvGrpSpPr>
            <a:grpSpLocks/>
          </p:cNvGrpSpPr>
          <p:nvPr/>
        </p:nvGrpSpPr>
        <p:grpSpPr bwMode="auto">
          <a:xfrm>
            <a:off x="0" y="0"/>
            <a:ext cx="9144000" cy="6858000"/>
            <a:chOff x="0" y="0"/>
            <a:chExt cx="9144000" cy="6858000"/>
          </a:xfrm>
        </p:grpSpPr>
        <p:sp>
          <p:nvSpPr>
            <p:cNvPr id="6" name="Rectangle 5">
              <a:extLst>
                <a:ext uri="{FF2B5EF4-FFF2-40B4-BE49-F238E27FC236}">
                  <a16:creationId xmlns:a16="http://schemas.microsoft.com/office/drawing/2014/main" id="{5588CDCA-86E7-358E-BD0E-2F1084C753F7}"/>
                </a:ext>
              </a:extLst>
            </p:cNvPr>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3A33C388-1E0D-7B3F-D8B8-45F9C604B260}"/>
                </a:ext>
              </a:extLst>
            </p:cNvPr>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8" name="Freeform 7">
            <a:extLst>
              <a:ext uri="{FF2B5EF4-FFF2-40B4-BE49-F238E27FC236}">
                <a16:creationId xmlns:a16="http://schemas.microsoft.com/office/drawing/2014/main" id="{9C885EBA-DCB1-AE8C-2D51-4533764B99EA}"/>
              </a:ext>
            </a:extLst>
          </p:cNvPr>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86D59E27-1DE2-F6DF-9FD5-A91BB381A721}"/>
              </a:ext>
            </a:extLst>
          </p:cNvPr>
          <p:cNvSpPr/>
          <p:nvPr/>
        </p:nvSpPr>
        <p:spPr>
          <a:xfrm rot="60000">
            <a:off x="4468813" y="604838"/>
            <a:ext cx="3789362" cy="5722937"/>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2F71D270-4E49-2C68-929F-B9942FEA5C4A}"/>
              </a:ext>
            </a:extLst>
          </p:cNvPr>
          <p:cNvSpPr/>
          <p:nvPr/>
        </p:nvSpPr>
        <p:spPr>
          <a:xfrm rot="60000">
            <a:off x="4471988" y="603250"/>
            <a:ext cx="3787775" cy="5722938"/>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a:extLst>
              <a:ext uri="{FF2B5EF4-FFF2-40B4-BE49-F238E27FC236}">
                <a16:creationId xmlns:a16="http://schemas.microsoft.com/office/drawing/2014/main" id="{AAFA8373-7713-1D4C-2A7F-44FB3CF65D3A}"/>
              </a:ext>
            </a:extLst>
          </p:cNvPr>
          <p:cNvSpPr/>
          <p:nvPr/>
        </p:nvSpPr>
        <p:spPr>
          <a:xfrm rot="21540000">
            <a:off x="749300" y="576263"/>
            <a:ext cx="3789363" cy="5722937"/>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Rectangle 11">
            <a:extLst>
              <a:ext uri="{FF2B5EF4-FFF2-40B4-BE49-F238E27FC236}">
                <a16:creationId xmlns:a16="http://schemas.microsoft.com/office/drawing/2014/main" id="{743CEA9A-EE7C-FBA1-764D-070ACF6C3B18}"/>
              </a:ext>
            </a:extLst>
          </p:cNvPr>
          <p:cNvSpPr/>
          <p:nvPr/>
        </p:nvSpPr>
        <p:spPr>
          <a:xfrm rot="21540000">
            <a:off x="749300" y="576263"/>
            <a:ext cx="3789363" cy="5721350"/>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13" name="Picture 2" descr="C:\Users\Administrator\Desktop\Pushpin Dev\Assets\pushpinLeft.png">
            <a:extLst>
              <a:ext uri="{FF2B5EF4-FFF2-40B4-BE49-F238E27FC236}">
                <a16:creationId xmlns:a16="http://schemas.microsoft.com/office/drawing/2014/main" id="{64A0A91C-EA79-A8DC-C5DB-57414B80A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35684">
            <a:off x="2371725" y="293688"/>
            <a:ext cx="566738"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 descr="C:\Users\Administrator\Desktop\Pushpin Dev\Assets\pushpinLeft.png">
            <a:extLst>
              <a:ext uri="{FF2B5EF4-FFF2-40B4-BE49-F238E27FC236}">
                <a16:creationId xmlns:a16="http://schemas.microsoft.com/office/drawing/2014/main" id="{0BA0831E-F4B9-7FFB-2B20-9A3A05EE1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96196">
            <a:off x="6280150" y="333375"/>
            <a:ext cx="56673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4">
            <a:extLst>
              <a:ext uri="{FF2B5EF4-FFF2-40B4-BE49-F238E27FC236}">
                <a16:creationId xmlns:a16="http://schemas.microsoft.com/office/drawing/2014/main" id="{2F900EAF-07D7-C9E5-2024-772433358947}"/>
              </a:ext>
            </a:extLst>
          </p:cNvPr>
          <p:cNvSpPr>
            <a:spLocks noGrp="1"/>
          </p:cNvSpPr>
          <p:nvPr>
            <p:ph type="dt" sz="half" idx="10"/>
          </p:nvPr>
        </p:nvSpPr>
        <p:spPr>
          <a:xfrm rot="60000">
            <a:off x="6342063" y="5886450"/>
            <a:ext cx="1212850" cy="365125"/>
          </a:xfrm>
        </p:spPr>
        <p:txBody>
          <a:bodyPr/>
          <a:lstStyle>
            <a:lvl1pPr>
              <a:defRPr/>
            </a:lvl1pPr>
          </a:lstStyle>
          <a:p>
            <a:pPr>
              <a:defRPr/>
            </a:pPr>
            <a:fld id="{D97387AE-7FA2-C146-803B-1DA972A128BC}" type="datetime1">
              <a:rPr lang="en-US"/>
              <a:pPr>
                <a:defRPr/>
              </a:pPr>
              <a:t>3/13/25</a:t>
            </a:fld>
            <a:endParaRPr lang="en-US"/>
          </a:p>
        </p:txBody>
      </p:sp>
      <p:sp>
        <p:nvSpPr>
          <p:cNvPr id="16" name="Footer Placeholder 5">
            <a:extLst>
              <a:ext uri="{FF2B5EF4-FFF2-40B4-BE49-F238E27FC236}">
                <a16:creationId xmlns:a16="http://schemas.microsoft.com/office/drawing/2014/main" id="{47C664D3-7301-C74F-449D-15F2DC45327A}"/>
              </a:ext>
            </a:extLst>
          </p:cNvPr>
          <p:cNvSpPr>
            <a:spLocks noGrp="1"/>
          </p:cNvSpPr>
          <p:nvPr>
            <p:ph type="ftr" sz="quarter" idx="11"/>
          </p:nvPr>
        </p:nvSpPr>
        <p:spPr>
          <a:xfrm rot="21540000">
            <a:off x="914400" y="5829300"/>
            <a:ext cx="3522663" cy="365125"/>
          </a:xfrm>
        </p:spPr>
        <p:txBody>
          <a:bodyPr/>
          <a:lstStyle>
            <a:lvl1pPr>
              <a:defRPr/>
            </a:lvl1pPr>
          </a:lstStyle>
          <a:p>
            <a:pPr>
              <a:defRPr/>
            </a:pPr>
            <a:endParaRPr lang="en-US"/>
          </a:p>
        </p:txBody>
      </p:sp>
      <p:sp>
        <p:nvSpPr>
          <p:cNvPr id="17" name="Slide Number Placeholder 6">
            <a:extLst>
              <a:ext uri="{FF2B5EF4-FFF2-40B4-BE49-F238E27FC236}">
                <a16:creationId xmlns:a16="http://schemas.microsoft.com/office/drawing/2014/main" id="{05FD8C66-25E4-89D5-1E35-07F3BA0112FB}"/>
              </a:ext>
            </a:extLst>
          </p:cNvPr>
          <p:cNvSpPr>
            <a:spLocks noGrp="1"/>
          </p:cNvSpPr>
          <p:nvPr>
            <p:ph type="sldNum" sz="quarter" idx="12"/>
          </p:nvPr>
        </p:nvSpPr>
        <p:spPr>
          <a:xfrm rot="60000">
            <a:off x="7558088" y="5897563"/>
            <a:ext cx="554037" cy="365125"/>
          </a:xfrm>
        </p:spPr>
        <p:txBody>
          <a:bodyPr/>
          <a:lstStyle>
            <a:lvl1pPr>
              <a:defRPr/>
            </a:lvl1pPr>
          </a:lstStyle>
          <a:p>
            <a:fld id="{A71E4865-41E0-1445-B79D-FAE04C3A07E0}" type="slidenum">
              <a:rPr lang="en-US" altLang="en-US"/>
              <a:pPr/>
              <a:t>‹#›</a:t>
            </a:fld>
            <a:endParaRPr lang="en-US" altLang="en-US"/>
          </a:p>
        </p:txBody>
      </p:sp>
    </p:spTree>
    <p:extLst>
      <p:ext uri="{BB962C8B-B14F-4D97-AF65-F5344CB8AC3E}">
        <p14:creationId xmlns:p14="http://schemas.microsoft.com/office/powerpoint/2010/main" val="2000670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5" name="Group 15">
            <a:extLst>
              <a:ext uri="{FF2B5EF4-FFF2-40B4-BE49-F238E27FC236}">
                <a16:creationId xmlns:a16="http://schemas.microsoft.com/office/drawing/2014/main" id="{C9FAF160-F6BB-F3DE-7102-73515A9E087E}"/>
              </a:ext>
            </a:extLst>
          </p:cNvPr>
          <p:cNvGrpSpPr>
            <a:grpSpLocks/>
          </p:cNvGrpSpPr>
          <p:nvPr/>
        </p:nvGrpSpPr>
        <p:grpSpPr bwMode="auto">
          <a:xfrm>
            <a:off x="0" y="0"/>
            <a:ext cx="9144000" cy="6858000"/>
            <a:chOff x="0" y="0"/>
            <a:chExt cx="9144000" cy="6858000"/>
          </a:xfrm>
        </p:grpSpPr>
        <p:sp>
          <p:nvSpPr>
            <p:cNvPr id="6" name="Rectangle 5">
              <a:extLst>
                <a:ext uri="{FF2B5EF4-FFF2-40B4-BE49-F238E27FC236}">
                  <a16:creationId xmlns:a16="http://schemas.microsoft.com/office/drawing/2014/main" id="{5C03E6C7-034D-F0F5-80D7-D319741C193E}"/>
                </a:ext>
              </a:extLst>
            </p:cNvPr>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3DF591B3-DE18-CD91-6ACF-651303C13226}"/>
                </a:ext>
              </a:extLst>
            </p:cNvPr>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8" name="Freeform 7">
            <a:extLst>
              <a:ext uri="{FF2B5EF4-FFF2-40B4-BE49-F238E27FC236}">
                <a16:creationId xmlns:a16="http://schemas.microsoft.com/office/drawing/2014/main" id="{E131613C-8C30-903F-A438-81B20AD6F7D7}"/>
              </a:ext>
            </a:extLst>
          </p:cNvPr>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E065253C-20AA-49BB-A66E-E92F6959744B}"/>
              </a:ext>
            </a:extLst>
          </p:cNvPr>
          <p:cNvSpPr/>
          <p:nvPr/>
        </p:nvSpPr>
        <p:spPr>
          <a:xfrm rot="21540000">
            <a:off x="749300" y="576263"/>
            <a:ext cx="3789363" cy="5722937"/>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97234B1A-48D2-BC9F-BEAA-A3595AF80E3F}"/>
              </a:ext>
            </a:extLst>
          </p:cNvPr>
          <p:cNvSpPr/>
          <p:nvPr/>
        </p:nvSpPr>
        <p:spPr>
          <a:xfrm rot="21540000">
            <a:off x="744538" y="576263"/>
            <a:ext cx="3789362" cy="5721350"/>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a:extLst>
              <a:ext uri="{FF2B5EF4-FFF2-40B4-BE49-F238E27FC236}">
                <a16:creationId xmlns:a16="http://schemas.microsoft.com/office/drawing/2014/main" id="{E5087BC0-B08C-6F2B-E2EB-8ACC52DC62C6}"/>
              </a:ext>
            </a:extLst>
          </p:cNvPr>
          <p:cNvSpPr/>
          <p:nvPr/>
        </p:nvSpPr>
        <p:spPr>
          <a:xfrm rot="60000">
            <a:off x="4468813" y="604838"/>
            <a:ext cx="3789362" cy="5722937"/>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Rectangle 11">
            <a:extLst>
              <a:ext uri="{FF2B5EF4-FFF2-40B4-BE49-F238E27FC236}">
                <a16:creationId xmlns:a16="http://schemas.microsoft.com/office/drawing/2014/main" id="{D3A9DD1C-0941-8C85-9FD6-BBD1C4BC2774}"/>
              </a:ext>
            </a:extLst>
          </p:cNvPr>
          <p:cNvSpPr/>
          <p:nvPr/>
        </p:nvSpPr>
        <p:spPr>
          <a:xfrm rot="60000">
            <a:off x="4464050" y="603250"/>
            <a:ext cx="3789363" cy="5722938"/>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13" name="Picture 2" descr="C:\Users\Administrator\Desktop\Pushpin Dev\Assets\pushpinLeft.png">
            <a:extLst>
              <a:ext uri="{FF2B5EF4-FFF2-40B4-BE49-F238E27FC236}">
                <a16:creationId xmlns:a16="http://schemas.microsoft.com/office/drawing/2014/main" id="{97AFF627-BD67-9965-42D1-21E685E20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35684">
            <a:off x="2371725" y="293688"/>
            <a:ext cx="566738"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 descr="C:\Users\Administrator\Desktop\Pushpin Dev\Assets\pushpinLeft.png">
            <a:extLst>
              <a:ext uri="{FF2B5EF4-FFF2-40B4-BE49-F238E27FC236}">
                <a16:creationId xmlns:a16="http://schemas.microsoft.com/office/drawing/2014/main" id="{120A5C6C-C8D2-7F9E-CD85-C5986DF86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96196">
            <a:off x="6280150" y="333375"/>
            <a:ext cx="56673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4">
            <a:extLst>
              <a:ext uri="{FF2B5EF4-FFF2-40B4-BE49-F238E27FC236}">
                <a16:creationId xmlns:a16="http://schemas.microsoft.com/office/drawing/2014/main" id="{AB1F3251-F511-562D-E2AF-B3567EEEE01A}"/>
              </a:ext>
            </a:extLst>
          </p:cNvPr>
          <p:cNvSpPr>
            <a:spLocks noGrp="1"/>
          </p:cNvSpPr>
          <p:nvPr>
            <p:ph type="dt" sz="half" idx="10"/>
          </p:nvPr>
        </p:nvSpPr>
        <p:spPr>
          <a:xfrm rot="60000">
            <a:off x="6345238" y="5888038"/>
            <a:ext cx="1214437" cy="365125"/>
          </a:xfrm>
        </p:spPr>
        <p:txBody>
          <a:bodyPr/>
          <a:lstStyle>
            <a:lvl1pPr>
              <a:defRPr/>
            </a:lvl1pPr>
          </a:lstStyle>
          <a:p>
            <a:pPr>
              <a:defRPr/>
            </a:pPr>
            <a:fld id="{2DFEA644-D13A-D241-905A-98FFD5976365}" type="datetime1">
              <a:rPr lang="en-US"/>
              <a:pPr>
                <a:defRPr/>
              </a:pPr>
              <a:t>3/13/25</a:t>
            </a:fld>
            <a:endParaRPr lang="en-US"/>
          </a:p>
        </p:txBody>
      </p:sp>
      <p:sp>
        <p:nvSpPr>
          <p:cNvPr id="16" name="Footer Placeholder 5">
            <a:extLst>
              <a:ext uri="{FF2B5EF4-FFF2-40B4-BE49-F238E27FC236}">
                <a16:creationId xmlns:a16="http://schemas.microsoft.com/office/drawing/2014/main" id="{EFDD02D5-9440-DDA9-AA28-5BEC942D7B87}"/>
              </a:ext>
            </a:extLst>
          </p:cNvPr>
          <p:cNvSpPr>
            <a:spLocks noGrp="1"/>
          </p:cNvSpPr>
          <p:nvPr>
            <p:ph type="ftr" sz="quarter" idx="11"/>
          </p:nvPr>
        </p:nvSpPr>
        <p:spPr>
          <a:xfrm rot="21540000">
            <a:off x="914400" y="5830888"/>
            <a:ext cx="3319463" cy="365125"/>
          </a:xfrm>
        </p:spPr>
        <p:txBody>
          <a:bodyPr/>
          <a:lstStyle>
            <a:lvl1pPr>
              <a:defRPr/>
            </a:lvl1pPr>
          </a:lstStyle>
          <a:p>
            <a:pPr>
              <a:defRPr/>
            </a:pPr>
            <a:endParaRPr lang="en-US"/>
          </a:p>
        </p:txBody>
      </p:sp>
      <p:sp>
        <p:nvSpPr>
          <p:cNvPr id="17" name="Slide Number Placeholder 6">
            <a:extLst>
              <a:ext uri="{FF2B5EF4-FFF2-40B4-BE49-F238E27FC236}">
                <a16:creationId xmlns:a16="http://schemas.microsoft.com/office/drawing/2014/main" id="{F642A011-3578-682B-AE0A-B530F9DAAD0B}"/>
              </a:ext>
            </a:extLst>
          </p:cNvPr>
          <p:cNvSpPr>
            <a:spLocks noGrp="1"/>
          </p:cNvSpPr>
          <p:nvPr>
            <p:ph type="sldNum" sz="quarter" idx="12"/>
          </p:nvPr>
        </p:nvSpPr>
        <p:spPr>
          <a:xfrm rot="60000">
            <a:off x="7562850" y="5900738"/>
            <a:ext cx="554038" cy="365125"/>
          </a:xfrm>
        </p:spPr>
        <p:txBody>
          <a:bodyPr/>
          <a:lstStyle>
            <a:lvl1pPr>
              <a:defRPr/>
            </a:lvl1pPr>
          </a:lstStyle>
          <a:p>
            <a:fld id="{E09356A4-DA98-F64D-B640-C2F4CBD50DB8}" type="slidenum">
              <a:rPr lang="en-US" altLang="en-US"/>
              <a:pPr/>
              <a:t>‹#›</a:t>
            </a:fld>
            <a:endParaRPr lang="en-US" altLang="en-US"/>
          </a:p>
        </p:txBody>
      </p:sp>
    </p:spTree>
    <p:extLst>
      <p:ext uri="{BB962C8B-B14F-4D97-AF65-F5344CB8AC3E}">
        <p14:creationId xmlns:p14="http://schemas.microsoft.com/office/powerpoint/2010/main" val="3508575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A4D8F-FCB1-C3A8-E252-8376DC0E7F98}"/>
              </a:ext>
            </a:extLst>
          </p:cNvPr>
          <p:cNvSpPr>
            <a:spLocks noGrp="1"/>
          </p:cNvSpPr>
          <p:nvPr>
            <p:ph type="dt" sz="half" idx="10"/>
          </p:nvPr>
        </p:nvSpPr>
        <p:spPr/>
        <p:txBody>
          <a:bodyPr/>
          <a:lstStyle>
            <a:lvl1pPr>
              <a:defRPr/>
            </a:lvl1pPr>
          </a:lstStyle>
          <a:p>
            <a:pPr>
              <a:defRPr/>
            </a:pPr>
            <a:fld id="{4C83C7AF-A6E7-FC45-9B7B-ABB5FB11A3AB}" type="datetime1">
              <a:rPr lang="en-US"/>
              <a:pPr>
                <a:defRPr/>
              </a:pPr>
              <a:t>3/13/25</a:t>
            </a:fld>
            <a:endParaRPr lang="en-US"/>
          </a:p>
        </p:txBody>
      </p:sp>
      <p:sp>
        <p:nvSpPr>
          <p:cNvPr id="5" name="Footer Placeholder 4">
            <a:extLst>
              <a:ext uri="{FF2B5EF4-FFF2-40B4-BE49-F238E27FC236}">
                <a16:creationId xmlns:a16="http://schemas.microsoft.com/office/drawing/2014/main" id="{9462BBBB-97FA-4EC4-96A8-BD78CDF65E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B770DD6-71A5-C871-F315-3A2E948DE464}"/>
              </a:ext>
            </a:extLst>
          </p:cNvPr>
          <p:cNvSpPr>
            <a:spLocks noGrp="1"/>
          </p:cNvSpPr>
          <p:nvPr>
            <p:ph type="sldNum" sz="quarter" idx="12"/>
          </p:nvPr>
        </p:nvSpPr>
        <p:spPr/>
        <p:txBody>
          <a:bodyPr/>
          <a:lstStyle>
            <a:lvl1pPr>
              <a:defRPr/>
            </a:lvl1pPr>
          </a:lstStyle>
          <a:p>
            <a:fld id="{0C07F86E-2D0B-6F46-B255-62BB65064686}" type="slidenum">
              <a:rPr lang="en-US" altLang="en-US"/>
              <a:pPr/>
              <a:t>‹#›</a:t>
            </a:fld>
            <a:endParaRPr lang="en-US" altLang="en-US"/>
          </a:p>
        </p:txBody>
      </p:sp>
    </p:spTree>
    <p:extLst>
      <p:ext uri="{BB962C8B-B14F-4D97-AF65-F5344CB8AC3E}">
        <p14:creationId xmlns:p14="http://schemas.microsoft.com/office/powerpoint/2010/main" val="140741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EF5E-6FA2-BCE8-9AE8-D96975505F1C}"/>
              </a:ext>
            </a:extLst>
          </p:cNvPr>
          <p:cNvSpPr>
            <a:spLocks noGrp="1"/>
          </p:cNvSpPr>
          <p:nvPr>
            <p:ph type="dt" sz="half" idx="10"/>
          </p:nvPr>
        </p:nvSpPr>
        <p:spPr/>
        <p:txBody>
          <a:bodyPr/>
          <a:lstStyle>
            <a:lvl1pPr>
              <a:defRPr/>
            </a:lvl1pPr>
          </a:lstStyle>
          <a:p>
            <a:pPr>
              <a:defRPr/>
            </a:pPr>
            <a:fld id="{A5C3F1B3-138C-4942-AA4A-75F703283E51}" type="datetime1">
              <a:rPr lang="en-US"/>
              <a:pPr>
                <a:defRPr/>
              </a:pPr>
              <a:t>3/13/25</a:t>
            </a:fld>
            <a:endParaRPr lang="en-US"/>
          </a:p>
        </p:txBody>
      </p:sp>
      <p:sp>
        <p:nvSpPr>
          <p:cNvPr id="5" name="Footer Placeholder 4">
            <a:extLst>
              <a:ext uri="{FF2B5EF4-FFF2-40B4-BE49-F238E27FC236}">
                <a16:creationId xmlns:a16="http://schemas.microsoft.com/office/drawing/2014/main" id="{528B9565-B746-03EF-49BC-7F02ADD2544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2F12355-D5DE-E350-72C3-E6A21F148103}"/>
              </a:ext>
            </a:extLst>
          </p:cNvPr>
          <p:cNvSpPr>
            <a:spLocks noGrp="1"/>
          </p:cNvSpPr>
          <p:nvPr>
            <p:ph type="sldNum" sz="quarter" idx="12"/>
          </p:nvPr>
        </p:nvSpPr>
        <p:spPr/>
        <p:txBody>
          <a:bodyPr/>
          <a:lstStyle>
            <a:lvl1pPr>
              <a:defRPr/>
            </a:lvl1pPr>
          </a:lstStyle>
          <a:p>
            <a:fld id="{F1109066-B093-954A-9080-CE73803D7287}" type="slidenum">
              <a:rPr lang="en-US" altLang="en-US"/>
              <a:pPr/>
              <a:t>‹#›</a:t>
            </a:fld>
            <a:endParaRPr lang="en-US" altLang="en-US"/>
          </a:p>
        </p:txBody>
      </p:sp>
    </p:spTree>
    <p:extLst>
      <p:ext uri="{BB962C8B-B14F-4D97-AF65-F5344CB8AC3E}">
        <p14:creationId xmlns:p14="http://schemas.microsoft.com/office/powerpoint/2010/main" val="3042062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1026">
            <a:extLst>
              <a:ext uri="{FF2B5EF4-FFF2-40B4-BE49-F238E27FC236}">
                <a16:creationId xmlns:a16="http://schemas.microsoft.com/office/drawing/2014/main" id="{E6386C06-AFA7-5DB6-A73A-EFC1534CC1B7}"/>
              </a:ext>
            </a:extLst>
          </p:cNvPr>
          <p:cNvGrpSpPr>
            <a:grpSpLocks/>
          </p:cNvGrpSpPr>
          <p:nvPr/>
        </p:nvGrpSpPr>
        <p:grpSpPr bwMode="auto">
          <a:xfrm>
            <a:off x="0" y="2438400"/>
            <a:ext cx="9009063" cy="1052513"/>
            <a:chOff x="0" y="1536"/>
            <a:chExt cx="5675" cy="663"/>
          </a:xfrm>
        </p:grpSpPr>
        <p:grpSp>
          <p:nvGrpSpPr>
            <p:cNvPr id="3" name="Group 1027">
              <a:extLst>
                <a:ext uri="{FF2B5EF4-FFF2-40B4-BE49-F238E27FC236}">
                  <a16:creationId xmlns:a16="http://schemas.microsoft.com/office/drawing/2014/main" id="{E20939F8-2E0E-4EF0-9408-999743F94431}"/>
                </a:ext>
              </a:extLst>
            </p:cNvPr>
            <p:cNvGrpSpPr>
              <a:grpSpLocks/>
            </p:cNvGrpSpPr>
            <p:nvPr/>
          </p:nvGrpSpPr>
          <p:grpSpPr bwMode="auto">
            <a:xfrm>
              <a:off x="185" y="1604"/>
              <a:ext cx="449" cy="299"/>
              <a:chOff x="720" y="336"/>
              <a:chExt cx="624" cy="432"/>
            </a:xfrm>
          </p:grpSpPr>
          <p:sp>
            <p:nvSpPr>
              <p:cNvPr id="10" name="Rectangle 1028">
                <a:extLst>
                  <a:ext uri="{FF2B5EF4-FFF2-40B4-BE49-F238E27FC236}">
                    <a16:creationId xmlns:a16="http://schemas.microsoft.com/office/drawing/2014/main" id="{4C5F722D-5343-7DC9-8C12-BB8B3C8D5AC8}"/>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11" name="Rectangle 1029">
                <a:extLst>
                  <a:ext uri="{FF2B5EF4-FFF2-40B4-BE49-F238E27FC236}">
                    <a16:creationId xmlns:a16="http://schemas.microsoft.com/office/drawing/2014/main" id="{A055C5EB-CD7C-CC66-AB52-7C9D78A9D46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grpSp>
          <p:nvGrpSpPr>
            <p:cNvPr id="4" name="Group 1030">
              <a:extLst>
                <a:ext uri="{FF2B5EF4-FFF2-40B4-BE49-F238E27FC236}">
                  <a16:creationId xmlns:a16="http://schemas.microsoft.com/office/drawing/2014/main" id="{465AF4EC-0BD6-71ED-175B-C4B39B0D9BAA}"/>
                </a:ext>
              </a:extLst>
            </p:cNvPr>
            <p:cNvGrpSpPr>
              <a:grpSpLocks/>
            </p:cNvGrpSpPr>
            <p:nvPr/>
          </p:nvGrpSpPr>
          <p:grpSpPr bwMode="auto">
            <a:xfrm>
              <a:off x="263" y="1870"/>
              <a:ext cx="466" cy="299"/>
              <a:chOff x="912" y="2640"/>
              <a:chExt cx="672" cy="432"/>
            </a:xfrm>
          </p:grpSpPr>
          <p:sp>
            <p:nvSpPr>
              <p:cNvPr id="8" name="Rectangle 1031">
                <a:extLst>
                  <a:ext uri="{FF2B5EF4-FFF2-40B4-BE49-F238E27FC236}">
                    <a16:creationId xmlns:a16="http://schemas.microsoft.com/office/drawing/2014/main" id="{482FBDD0-E500-2590-D670-840C7C11539B}"/>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 name="Rectangle 1032">
                <a:extLst>
                  <a:ext uri="{FF2B5EF4-FFF2-40B4-BE49-F238E27FC236}">
                    <a16:creationId xmlns:a16="http://schemas.microsoft.com/office/drawing/2014/main" id="{BFBC6118-2A7D-8100-13FF-4CCA7A27722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5" name="Rectangle 1033">
              <a:extLst>
                <a:ext uri="{FF2B5EF4-FFF2-40B4-BE49-F238E27FC236}">
                  <a16:creationId xmlns:a16="http://schemas.microsoft.com/office/drawing/2014/main" id="{6D69B7DC-2378-1297-8E89-296E5BC1193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6" name="Rectangle 1034">
              <a:extLst>
                <a:ext uri="{FF2B5EF4-FFF2-40B4-BE49-F238E27FC236}">
                  <a16:creationId xmlns:a16="http://schemas.microsoft.com/office/drawing/2014/main" id="{EB3FC639-9693-5624-2CBF-368A970A5837}"/>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7" name="Rectangle 1035">
              <a:extLst>
                <a:ext uri="{FF2B5EF4-FFF2-40B4-BE49-F238E27FC236}">
                  <a16:creationId xmlns:a16="http://schemas.microsoft.com/office/drawing/2014/main" id="{4252C6CC-A300-9531-74FC-118A0FB021D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93196" name="Rectangle 1036"/>
          <p:cNvSpPr>
            <a:spLocks noGrp="1" noChangeArrowheads="1"/>
          </p:cNvSpPr>
          <p:nvPr>
            <p:ph type="ctrTitle"/>
          </p:nvPr>
        </p:nvSpPr>
        <p:spPr>
          <a:xfrm>
            <a:off x="762000" y="685800"/>
            <a:ext cx="7772400" cy="1524000"/>
          </a:xfrm>
        </p:spPr>
        <p:txBody>
          <a:bodyPr/>
          <a:lstStyle>
            <a:lvl1pPr algn="ctr">
              <a:defRPr>
                <a:solidFill>
                  <a:srgbClr val="CC3300"/>
                </a:solidFill>
              </a:defRPr>
            </a:lvl1pPr>
          </a:lstStyle>
          <a:p>
            <a:r>
              <a:rPr lang="en-US" dirty="0"/>
              <a:t>Click to edit Master title style</a:t>
            </a:r>
          </a:p>
        </p:txBody>
      </p:sp>
      <p:sp>
        <p:nvSpPr>
          <p:cNvPr id="93197" name="Rectangle 1037"/>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effectLst>
                  <a:outerShdw blurRad="38100" dist="38100" dir="2700000" algn="tl">
                    <a:srgbClr val="C0C0C0"/>
                  </a:outerShdw>
                </a:effectLst>
              </a:defRPr>
            </a:lvl1pPr>
          </a:lstStyle>
          <a:p>
            <a:r>
              <a:rPr lang="en-US"/>
              <a:t>Click to edit Master subtitle style</a:t>
            </a:r>
          </a:p>
        </p:txBody>
      </p:sp>
    </p:spTree>
    <p:extLst>
      <p:ext uri="{BB962C8B-B14F-4D97-AF65-F5344CB8AC3E}">
        <p14:creationId xmlns:p14="http://schemas.microsoft.com/office/powerpoint/2010/main" val="1886402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8196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6355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524000"/>
            <a:ext cx="38100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524000"/>
            <a:ext cx="38100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0110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130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97487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4278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5572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04162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8909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50825"/>
            <a:ext cx="1951038" cy="58816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50825"/>
            <a:ext cx="5700712" cy="5881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53865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Date Placeholder 3">
            <a:extLst>
              <a:ext uri="{FF2B5EF4-FFF2-40B4-BE49-F238E27FC236}">
                <a16:creationId xmlns:a16="http://schemas.microsoft.com/office/drawing/2014/main" id="{5FF021FB-096C-67F4-6A50-D3FE66621A13}"/>
              </a:ext>
            </a:extLst>
          </p:cNvPr>
          <p:cNvSpPr>
            <a:spLocks noGrp="1"/>
          </p:cNvSpPr>
          <p:nvPr>
            <p:ph type="dt" sz="half" idx="10"/>
          </p:nvPr>
        </p:nvSpPr>
        <p:spPr>
          <a:xfrm>
            <a:off x="0" y="0"/>
            <a:ext cx="0" cy="0"/>
          </a:xfrm>
        </p:spPr>
        <p:txBody>
          <a:bodyPr/>
          <a:lstStyle>
            <a:lvl1pPr eaLnBrk="1" hangingPunct="1">
              <a:defRPr sz="2800" b="1">
                <a:solidFill>
                  <a:srgbClr val="CC3300"/>
                </a:solidFill>
                <a:latin typeface="Tahoma" panose="020B0604030504040204" pitchFamily="34" charset="0"/>
                <a:cs typeface="Arial" panose="020B0604020202020204" pitchFamily="34" charset="0"/>
              </a:defRPr>
            </a:lvl1pPr>
          </a:lstStyle>
          <a:p>
            <a:pPr>
              <a:defRPr/>
            </a:pPr>
            <a:fld id="{158F5338-35EE-314C-968B-85E52B37A9F6}" type="datetime1">
              <a:rPr lang="en-US"/>
              <a:pPr>
                <a:defRPr/>
              </a:pPr>
              <a:t>3/13/25</a:t>
            </a:fld>
            <a:endParaRPr lang="en-US" dirty="0"/>
          </a:p>
        </p:txBody>
      </p:sp>
      <p:sp>
        <p:nvSpPr>
          <p:cNvPr id="4" name="Slide Number Placeholder 5">
            <a:extLst>
              <a:ext uri="{FF2B5EF4-FFF2-40B4-BE49-F238E27FC236}">
                <a16:creationId xmlns:a16="http://schemas.microsoft.com/office/drawing/2014/main" id="{26067085-ACD8-0D4E-C17F-BE7DD9A8C60D}"/>
              </a:ext>
            </a:extLst>
          </p:cNvPr>
          <p:cNvSpPr>
            <a:spLocks noGrp="1"/>
          </p:cNvSpPr>
          <p:nvPr>
            <p:ph type="sldNum" sz="quarter" idx="11"/>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z="2800" b="1">
                <a:solidFill>
                  <a:srgbClr val="CC3300"/>
                </a:solidFill>
                <a:latin typeface="Tahoma" panose="020B0604030504040204" pitchFamily="34" charset="0"/>
                <a:cs typeface="Arial" panose="020B0604020202020204" pitchFamily="34" charset="0"/>
              </a:defRPr>
            </a:lvl1pPr>
          </a:lstStyle>
          <a:p>
            <a:fld id="{9D827FB6-6BB8-3B4F-BDA5-8BFB5A03C0F1}" type="slidenum">
              <a:rPr lang="en-US" altLang="en-TH"/>
              <a:pPr/>
              <a:t>‹#›</a:t>
            </a:fld>
            <a:endParaRPr lang="en-US" altLang="en-TH"/>
          </a:p>
        </p:txBody>
      </p:sp>
      <p:sp>
        <p:nvSpPr>
          <p:cNvPr id="5" name="Footer Placeholder 4">
            <a:extLst>
              <a:ext uri="{FF2B5EF4-FFF2-40B4-BE49-F238E27FC236}">
                <a16:creationId xmlns:a16="http://schemas.microsoft.com/office/drawing/2014/main" id="{3B439FC2-95B9-7891-B476-15DFBCE7C3E7}"/>
              </a:ext>
            </a:extLst>
          </p:cNvPr>
          <p:cNvSpPr>
            <a:spLocks noGrp="1"/>
          </p:cNvSpPr>
          <p:nvPr>
            <p:ph type="ftr" sz="quarter" idx="12"/>
          </p:nvPr>
        </p:nvSpPr>
        <p:spPr>
          <a:xfrm>
            <a:off x="1600200" y="6413500"/>
            <a:ext cx="3810000" cy="215900"/>
          </a:xfrm>
        </p:spPr>
        <p:txBody>
          <a:bodyPr vert="horz" wrap="square" lIns="91440" tIns="45720" rIns="91440" bIns="45720" numCol="1" anchor="t" anchorCtr="0" compatLnSpc="1">
            <a:prstTxWarp prst="textNoShape">
              <a:avLst/>
            </a:prstTxWarp>
          </a:bodyPr>
          <a:lstStyle>
            <a:lvl1pPr algn="ctr" eaLnBrk="1" hangingPunct="1">
              <a:defRPr sz="1400" b="1">
                <a:solidFill>
                  <a:srgbClr val="CC3300"/>
                </a:solidFill>
                <a:latin typeface="Tahoma" panose="020B0604030504040204" pitchFamily="34" charset="0"/>
                <a:cs typeface="Arial" panose="020B0604020202020204" pitchFamily="34" charset="0"/>
              </a:defRPr>
            </a:lvl1pPr>
          </a:lstStyle>
          <a:p>
            <a:r>
              <a:rPr lang="en-US" altLang="en-TH"/>
              <a:t>Slide 1-</a:t>
            </a:r>
            <a:fld id="{C1801A44-5FFA-A944-84A5-5FE5119F0F5E}" type="slidenum">
              <a:rPr lang="en-US" altLang="en-TH"/>
              <a:pPr/>
              <a:t>‹#›</a:t>
            </a:fld>
            <a:endParaRPr lang="en-US" altLang="en-TH"/>
          </a:p>
        </p:txBody>
      </p:sp>
    </p:spTree>
    <p:extLst>
      <p:ext uri="{BB962C8B-B14F-4D97-AF65-F5344CB8AC3E}">
        <p14:creationId xmlns:p14="http://schemas.microsoft.com/office/powerpoint/2010/main" val="40005823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1026">
            <a:extLst>
              <a:ext uri="{FF2B5EF4-FFF2-40B4-BE49-F238E27FC236}">
                <a16:creationId xmlns:a16="http://schemas.microsoft.com/office/drawing/2014/main" id="{01EEA7D0-930D-600A-7579-9FA8817897BA}"/>
              </a:ext>
            </a:extLst>
          </p:cNvPr>
          <p:cNvGrpSpPr>
            <a:grpSpLocks/>
          </p:cNvGrpSpPr>
          <p:nvPr/>
        </p:nvGrpSpPr>
        <p:grpSpPr bwMode="auto">
          <a:xfrm>
            <a:off x="0" y="2438400"/>
            <a:ext cx="9009063" cy="1052513"/>
            <a:chOff x="0" y="1536"/>
            <a:chExt cx="5675" cy="663"/>
          </a:xfrm>
        </p:grpSpPr>
        <p:grpSp>
          <p:nvGrpSpPr>
            <p:cNvPr id="3" name="Group 1027">
              <a:extLst>
                <a:ext uri="{FF2B5EF4-FFF2-40B4-BE49-F238E27FC236}">
                  <a16:creationId xmlns:a16="http://schemas.microsoft.com/office/drawing/2014/main" id="{E7A13BC1-8392-37EA-07AD-55234927661E}"/>
                </a:ext>
              </a:extLst>
            </p:cNvPr>
            <p:cNvGrpSpPr>
              <a:grpSpLocks/>
            </p:cNvGrpSpPr>
            <p:nvPr/>
          </p:nvGrpSpPr>
          <p:grpSpPr bwMode="auto">
            <a:xfrm>
              <a:off x="185" y="1604"/>
              <a:ext cx="449" cy="299"/>
              <a:chOff x="720" y="336"/>
              <a:chExt cx="624" cy="432"/>
            </a:xfrm>
          </p:grpSpPr>
          <p:sp>
            <p:nvSpPr>
              <p:cNvPr id="10" name="Rectangle 1028">
                <a:extLst>
                  <a:ext uri="{FF2B5EF4-FFF2-40B4-BE49-F238E27FC236}">
                    <a16:creationId xmlns:a16="http://schemas.microsoft.com/office/drawing/2014/main" id="{BAAA9F6E-C066-405B-1E95-4A2C27E80576}"/>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11" name="Rectangle 1029">
                <a:extLst>
                  <a:ext uri="{FF2B5EF4-FFF2-40B4-BE49-F238E27FC236}">
                    <a16:creationId xmlns:a16="http://schemas.microsoft.com/office/drawing/2014/main" id="{D7BF3D2D-75F7-5DC0-D99C-0A48AB4905CD}"/>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grpSp>
          <p:nvGrpSpPr>
            <p:cNvPr id="4" name="Group 1030">
              <a:extLst>
                <a:ext uri="{FF2B5EF4-FFF2-40B4-BE49-F238E27FC236}">
                  <a16:creationId xmlns:a16="http://schemas.microsoft.com/office/drawing/2014/main" id="{1C693A62-114C-CE85-29AC-AE1981D7DDFF}"/>
                </a:ext>
              </a:extLst>
            </p:cNvPr>
            <p:cNvGrpSpPr>
              <a:grpSpLocks/>
            </p:cNvGrpSpPr>
            <p:nvPr/>
          </p:nvGrpSpPr>
          <p:grpSpPr bwMode="auto">
            <a:xfrm>
              <a:off x="263" y="1870"/>
              <a:ext cx="466" cy="299"/>
              <a:chOff x="912" y="2640"/>
              <a:chExt cx="672" cy="432"/>
            </a:xfrm>
          </p:grpSpPr>
          <p:sp>
            <p:nvSpPr>
              <p:cNvPr id="8" name="Rectangle 1031">
                <a:extLst>
                  <a:ext uri="{FF2B5EF4-FFF2-40B4-BE49-F238E27FC236}">
                    <a16:creationId xmlns:a16="http://schemas.microsoft.com/office/drawing/2014/main" id="{01BED8FB-D42E-6010-2187-742EC21F79BF}"/>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 name="Rectangle 1032">
                <a:extLst>
                  <a:ext uri="{FF2B5EF4-FFF2-40B4-BE49-F238E27FC236}">
                    <a16:creationId xmlns:a16="http://schemas.microsoft.com/office/drawing/2014/main" id="{C02BDC9A-07A2-83B0-EE9E-57725FF5D09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5" name="Rectangle 1033">
              <a:extLst>
                <a:ext uri="{FF2B5EF4-FFF2-40B4-BE49-F238E27FC236}">
                  <a16:creationId xmlns:a16="http://schemas.microsoft.com/office/drawing/2014/main" id="{9979F3CD-F995-94B9-ED32-6557BBD6B7D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6" name="Rectangle 1034">
              <a:extLst>
                <a:ext uri="{FF2B5EF4-FFF2-40B4-BE49-F238E27FC236}">
                  <a16:creationId xmlns:a16="http://schemas.microsoft.com/office/drawing/2014/main" id="{12052EDE-07B2-7DE4-738B-A1C8DB2EA400}"/>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7" name="Rectangle 1035">
              <a:extLst>
                <a:ext uri="{FF2B5EF4-FFF2-40B4-BE49-F238E27FC236}">
                  <a16:creationId xmlns:a16="http://schemas.microsoft.com/office/drawing/2014/main" id="{0C923967-9C69-9166-032C-439C5AB82AD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93196" name="Rectangle 1036"/>
          <p:cNvSpPr>
            <a:spLocks noGrp="1" noChangeArrowheads="1"/>
          </p:cNvSpPr>
          <p:nvPr>
            <p:ph type="ctrTitle"/>
          </p:nvPr>
        </p:nvSpPr>
        <p:spPr>
          <a:xfrm>
            <a:off x="762000" y="685800"/>
            <a:ext cx="7772400" cy="1524000"/>
          </a:xfrm>
        </p:spPr>
        <p:txBody>
          <a:bodyPr/>
          <a:lstStyle>
            <a:lvl1pPr algn="ctr">
              <a:defRPr>
                <a:solidFill>
                  <a:srgbClr val="CC3300"/>
                </a:solidFill>
              </a:defRPr>
            </a:lvl1pPr>
          </a:lstStyle>
          <a:p>
            <a:r>
              <a:rPr lang="en-US" dirty="0"/>
              <a:t>Click to edit Master title style</a:t>
            </a:r>
          </a:p>
        </p:txBody>
      </p:sp>
      <p:sp>
        <p:nvSpPr>
          <p:cNvPr id="93197" name="Rectangle 1037"/>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effectLst>
                  <a:outerShdw blurRad="38100" dist="38100" dir="2700000" algn="tl">
                    <a:srgbClr val="C0C0C0"/>
                  </a:outerShdw>
                </a:effectLst>
              </a:defRPr>
            </a:lvl1pPr>
          </a:lstStyle>
          <a:p>
            <a:r>
              <a:rPr lang="en-US"/>
              <a:t>Click to edit Master subtitle style</a:t>
            </a:r>
          </a:p>
        </p:txBody>
      </p:sp>
    </p:spTree>
    <p:extLst>
      <p:ext uri="{BB962C8B-B14F-4D97-AF65-F5344CB8AC3E}">
        <p14:creationId xmlns:p14="http://schemas.microsoft.com/office/powerpoint/2010/main" val="11431312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5183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331650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524000"/>
            <a:ext cx="38100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524000"/>
            <a:ext cx="38100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49207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25994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9936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7963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380210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348075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56708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50825"/>
            <a:ext cx="1951038" cy="58816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50825"/>
            <a:ext cx="5700712" cy="5881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25939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Date Placeholder 3">
            <a:extLst>
              <a:ext uri="{FF2B5EF4-FFF2-40B4-BE49-F238E27FC236}">
                <a16:creationId xmlns:a16="http://schemas.microsoft.com/office/drawing/2014/main" id="{E2E5D307-9191-4AF9-6F88-2FBF8D2FB1B5}"/>
              </a:ext>
            </a:extLst>
          </p:cNvPr>
          <p:cNvSpPr>
            <a:spLocks noGrp="1"/>
          </p:cNvSpPr>
          <p:nvPr>
            <p:ph type="dt" sz="half" idx="10"/>
          </p:nvPr>
        </p:nvSpPr>
        <p:spPr>
          <a:xfrm>
            <a:off x="0" y="0"/>
            <a:ext cx="0" cy="0"/>
          </a:xfrm>
        </p:spPr>
        <p:txBody>
          <a:bodyPr/>
          <a:lstStyle>
            <a:lvl1pPr eaLnBrk="1" hangingPunct="1">
              <a:defRPr sz="2800" b="1">
                <a:solidFill>
                  <a:srgbClr val="CC3300"/>
                </a:solidFill>
                <a:latin typeface="Tahoma" panose="020B0604030504040204" pitchFamily="34" charset="0"/>
                <a:cs typeface="Arial" panose="020B0604020202020204" pitchFamily="34" charset="0"/>
              </a:defRPr>
            </a:lvl1pPr>
          </a:lstStyle>
          <a:p>
            <a:pPr>
              <a:defRPr/>
            </a:pPr>
            <a:fld id="{604905B6-6720-D146-AA07-64CC2DF8454D}" type="datetime1">
              <a:rPr lang="en-US"/>
              <a:pPr>
                <a:defRPr/>
              </a:pPr>
              <a:t>3/13/25</a:t>
            </a:fld>
            <a:endParaRPr lang="en-US" dirty="0"/>
          </a:p>
        </p:txBody>
      </p:sp>
      <p:sp>
        <p:nvSpPr>
          <p:cNvPr id="4" name="Slide Number Placeholder 5">
            <a:extLst>
              <a:ext uri="{FF2B5EF4-FFF2-40B4-BE49-F238E27FC236}">
                <a16:creationId xmlns:a16="http://schemas.microsoft.com/office/drawing/2014/main" id="{565034B6-F983-90F1-F0AE-A68FCA9D9AFC}"/>
              </a:ext>
            </a:extLst>
          </p:cNvPr>
          <p:cNvSpPr>
            <a:spLocks noGrp="1"/>
          </p:cNvSpPr>
          <p:nvPr>
            <p:ph type="sldNum" sz="quarter" idx="11"/>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z="2800" b="1">
                <a:solidFill>
                  <a:srgbClr val="CC3300"/>
                </a:solidFill>
                <a:latin typeface="Tahoma" panose="020B0604030504040204" pitchFamily="34" charset="0"/>
                <a:cs typeface="Arial" panose="020B0604020202020204" pitchFamily="34" charset="0"/>
              </a:defRPr>
            </a:lvl1pPr>
          </a:lstStyle>
          <a:p>
            <a:fld id="{058B70D0-18B6-2C4E-B392-0DA71265A92A}" type="slidenum">
              <a:rPr lang="en-US" altLang="en-TH"/>
              <a:pPr/>
              <a:t>‹#›</a:t>
            </a:fld>
            <a:endParaRPr lang="en-US" altLang="en-TH"/>
          </a:p>
        </p:txBody>
      </p:sp>
      <p:sp>
        <p:nvSpPr>
          <p:cNvPr id="5" name="Footer Placeholder 4">
            <a:extLst>
              <a:ext uri="{FF2B5EF4-FFF2-40B4-BE49-F238E27FC236}">
                <a16:creationId xmlns:a16="http://schemas.microsoft.com/office/drawing/2014/main" id="{6DC6F4B6-CAFA-B811-DA28-9AB6776F0D6E}"/>
              </a:ext>
            </a:extLst>
          </p:cNvPr>
          <p:cNvSpPr>
            <a:spLocks noGrp="1"/>
          </p:cNvSpPr>
          <p:nvPr>
            <p:ph type="ftr" sz="quarter" idx="12"/>
          </p:nvPr>
        </p:nvSpPr>
        <p:spPr>
          <a:xfrm>
            <a:off x="1600200" y="6413500"/>
            <a:ext cx="3810000" cy="215900"/>
          </a:xfrm>
        </p:spPr>
        <p:txBody>
          <a:bodyPr vert="horz" wrap="square" lIns="91440" tIns="45720" rIns="91440" bIns="45720" numCol="1" anchor="t" anchorCtr="0" compatLnSpc="1">
            <a:prstTxWarp prst="textNoShape">
              <a:avLst/>
            </a:prstTxWarp>
          </a:bodyPr>
          <a:lstStyle>
            <a:lvl1pPr algn="ctr" eaLnBrk="1" hangingPunct="1">
              <a:defRPr sz="1400" b="1">
                <a:solidFill>
                  <a:srgbClr val="CC3300"/>
                </a:solidFill>
                <a:latin typeface="Tahoma" panose="020B0604030504040204" pitchFamily="34" charset="0"/>
                <a:cs typeface="Arial" panose="020B0604020202020204" pitchFamily="34" charset="0"/>
              </a:defRPr>
            </a:lvl1pPr>
          </a:lstStyle>
          <a:p>
            <a:r>
              <a:rPr lang="en-US" altLang="en-TH"/>
              <a:t>Slide 1-</a:t>
            </a:r>
            <a:fld id="{E3B42AC2-C507-704A-A12E-BDB9F6CA38FE}" type="slidenum">
              <a:rPr lang="en-US" altLang="en-TH"/>
              <a:pPr/>
              <a:t>‹#›</a:t>
            </a:fld>
            <a:endParaRPr lang="en-US" altLang="en-TH"/>
          </a:p>
        </p:txBody>
      </p:sp>
    </p:spTree>
    <p:extLst>
      <p:ext uri="{BB962C8B-B14F-4D97-AF65-F5344CB8AC3E}">
        <p14:creationId xmlns:p14="http://schemas.microsoft.com/office/powerpoint/2010/main" val="188304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D86C65C5-1558-CB7B-B5A8-49240084B5BA}"/>
              </a:ext>
            </a:extLst>
          </p:cNvPr>
          <p:cNvGrpSpPr>
            <a:grpSpLocks/>
          </p:cNvGrpSpPr>
          <p:nvPr/>
        </p:nvGrpSpPr>
        <p:grpSpPr bwMode="auto">
          <a:xfrm>
            <a:off x="0" y="0"/>
            <a:ext cx="9144000" cy="6858000"/>
            <a:chOff x="0" y="0"/>
            <a:chExt cx="9144000" cy="6858000"/>
          </a:xfrm>
        </p:grpSpPr>
        <p:sp>
          <p:nvSpPr>
            <p:cNvPr id="8" name="Rectangle 7">
              <a:extLst>
                <a:ext uri="{FF2B5EF4-FFF2-40B4-BE49-F238E27FC236}">
                  <a16:creationId xmlns:a16="http://schemas.microsoft.com/office/drawing/2014/main" id="{750C17FA-6450-4AF4-90B8-5F978009A726}"/>
                </a:ext>
              </a:extLst>
            </p:cNvPr>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D0417E73-451C-418A-9F40-DBC598B68F4D}"/>
                </a:ext>
              </a:extLst>
            </p:cNvPr>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10" name="Freeform 9">
            <a:extLst>
              <a:ext uri="{FF2B5EF4-FFF2-40B4-BE49-F238E27FC236}">
                <a16:creationId xmlns:a16="http://schemas.microsoft.com/office/drawing/2014/main" id="{662602F0-73F3-4854-960E-CAC840ED7A41}"/>
              </a:ext>
            </a:extLst>
          </p:cNvPr>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a:extLst>
              <a:ext uri="{FF2B5EF4-FFF2-40B4-BE49-F238E27FC236}">
                <a16:creationId xmlns:a16="http://schemas.microsoft.com/office/drawing/2014/main" id="{D29FDC37-75DF-47E8-8C19-93FC181C515D}"/>
              </a:ext>
            </a:extLst>
          </p:cNvPr>
          <p:cNvSpPr/>
          <p:nvPr/>
        </p:nvSpPr>
        <p:spPr>
          <a:xfrm>
            <a:off x="731838" y="574675"/>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Rectangle 11">
            <a:extLst>
              <a:ext uri="{FF2B5EF4-FFF2-40B4-BE49-F238E27FC236}">
                <a16:creationId xmlns:a16="http://schemas.microsoft.com/office/drawing/2014/main" id="{13D7EC7D-2922-4D83-AB0E-E7D90BD734AC}"/>
              </a:ext>
            </a:extLst>
          </p:cNvPr>
          <p:cNvSpPr/>
          <p:nvPr/>
        </p:nvSpPr>
        <p:spPr>
          <a:xfrm>
            <a:off x="731838" y="576263"/>
            <a:ext cx="7696200" cy="5715000"/>
          </a:xfrm>
          <a:prstGeom prst="rect">
            <a:avLst/>
          </a:prstGeom>
          <a:blipFill dpi="0" rotWithShape="1">
            <a:blip r:embed="rId14"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1032" name="Picture 2" descr="C:\Users\Administrator\Desktop\Pushpin Dev\Assets\pushpinLeft.png">
            <a:extLst>
              <a:ext uri="{FF2B5EF4-FFF2-40B4-BE49-F238E27FC236}">
                <a16:creationId xmlns:a16="http://schemas.microsoft.com/office/drawing/2014/main" id="{48192D88-D16C-B0DB-3275-C721E9888FB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435684">
            <a:off x="544513" y="273050"/>
            <a:ext cx="56673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C:\Users\Administrator\Desktop\Pushpin Dev\Assets\pushpinLeft.png">
            <a:extLst>
              <a:ext uri="{FF2B5EF4-FFF2-40B4-BE49-F238E27FC236}">
                <a16:creationId xmlns:a16="http://schemas.microsoft.com/office/drawing/2014/main" id="{68C48E05-8B89-098B-F2FB-CA3696B1556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4096196">
            <a:off x="8115300" y="298450"/>
            <a:ext cx="56673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Title Placeholder 1">
            <a:extLst>
              <a:ext uri="{FF2B5EF4-FFF2-40B4-BE49-F238E27FC236}">
                <a16:creationId xmlns:a16="http://schemas.microsoft.com/office/drawing/2014/main" id="{E6FA7D0F-18E2-7CF9-4230-C73716008810}"/>
              </a:ext>
            </a:extLst>
          </p:cNvPr>
          <p:cNvSpPr>
            <a:spLocks noGrp="1"/>
          </p:cNvSpPr>
          <p:nvPr>
            <p:ph type="title"/>
          </p:nvPr>
        </p:nvSpPr>
        <p:spPr bwMode="auto">
          <a:xfrm>
            <a:off x="1095375" y="817563"/>
            <a:ext cx="6964363"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5" name="Text Placeholder 2">
            <a:extLst>
              <a:ext uri="{FF2B5EF4-FFF2-40B4-BE49-F238E27FC236}">
                <a16:creationId xmlns:a16="http://schemas.microsoft.com/office/drawing/2014/main" id="{3F0D404B-5821-F0DB-3559-934745B5F35A}"/>
              </a:ext>
            </a:extLst>
          </p:cNvPr>
          <p:cNvSpPr>
            <a:spLocks noGrp="1"/>
          </p:cNvSpPr>
          <p:nvPr>
            <p:ph type="body" idx="1"/>
          </p:nvPr>
        </p:nvSpPr>
        <p:spPr bwMode="auto">
          <a:xfrm>
            <a:off x="1463675" y="2119313"/>
            <a:ext cx="6196013"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AC45A10-4F70-4104-8174-868400C85683}"/>
              </a:ext>
            </a:extLst>
          </p:cNvPr>
          <p:cNvSpPr>
            <a:spLocks noGrp="1"/>
          </p:cNvSpPr>
          <p:nvPr>
            <p:ph type="dt" sz="half" idx="2"/>
          </p:nvPr>
        </p:nvSpPr>
        <p:spPr>
          <a:xfrm>
            <a:off x="6454775" y="5808663"/>
            <a:ext cx="1212850" cy="365125"/>
          </a:xfrm>
          <a:prstGeom prst="rect">
            <a:avLst/>
          </a:prstGeom>
        </p:spPr>
        <p:txBody>
          <a:bodyPr vert="horz" lIns="91440" tIns="45720" rIns="91440" bIns="45720" rtlCol="0" anchor="ctr"/>
          <a:lstStyle>
            <a:lvl1pPr algn="r" eaLnBrk="1" hangingPunct="1">
              <a:defRPr sz="1200">
                <a:solidFill>
                  <a:schemeClr val="tx2"/>
                </a:solidFill>
                <a:latin typeface="Rage Italic" pitchFamily="66" charset="0"/>
              </a:defRPr>
            </a:lvl1pPr>
          </a:lstStyle>
          <a:p>
            <a:pPr>
              <a:defRPr/>
            </a:pPr>
            <a:fld id="{57AA6251-E7CD-6444-8988-EAE16250F115}" type="datetime1">
              <a:rPr lang="en-US"/>
              <a:pPr>
                <a:defRPr/>
              </a:pPr>
              <a:t>3/13/25</a:t>
            </a:fld>
            <a:endParaRPr lang="en-US"/>
          </a:p>
        </p:txBody>
      </p:sp>
      <p:sp>
        <p:nvSpPr>
          <p:cNvPr id="5" name="Footer Placeholder 4">
            <a:extLst>
              <a:ext uri="{FF2B5EF4-FFF2-40B4-BE49-F238E27FC236}">
                <a16:creationId xmlns:a16="http://schemas.microsoft.com/office/drawing/2014/main" id="{382114BC-A3CB-433C-87C0-7FEFA5FD816E}"/>
              </a:ext>
            </a:extLst>
          </p:cNvPr>
          <p:cNvSpPr>
            <a:spLocks noGrp="1"/>
          </p:cNvSpPr>
          <p:nvPr>
            <p:ph type="ftr" sz="quarter" idx="3"/>
          </p:nvPr>
        </p:nvSpPr>
        <p:spPr>
          <a:xfrm>
            <a:off x="914400" y="5808663"/>
            <a:ext cx="5540375" cy="365125"/>
          </a:xfrm>
          <a:prstGeom prst="rect">
            <a:avLst/>
          </a:prstGeom>
        </p:spPr>
        <p:txBody>
          <a:bodyPr vert="horz" lIns="91440" tIns="45720" rIns="91440" bIns="45720" rtlCol="0" anchor="ctr"/>
          <a:lstStyle>
            <a:lvl1pPr algn="l" eaLnBrk="1" hangingPunct="1">
              <a:defRPr sz="1400">
                <a:solidFill>
                  <a:schemeClr val="tx2"/>
                </a:solidFill>
                <a:latin typeface="Rage Italic" pitchFamily="66" charset="0"/>
              </a:defRPr>
            </a:lvl1pPr>
          </a:lstStyle>
          <a:p>
            <a:pPr>
              <a:defRPr/>
            </a:pPr>
            <a:endParaRPr lang="en-US"/>
          </a:p>
        </p:txBody>
      </p:sp>
      <p:sp>
        <p:nvSpPr>
          <p:cNvPr id="6" name="Slide Number Placeholder 5">
            <a:extLst>
              <a:ext uri="{FF2B5EF4-FFF2-40B4-BE49-F238E27FC236}">
                <a16:creationId xmlns:a16="http://schemas.microsoft.com/office/drawing/2014/main" id="{9425ADE5-7E03-4806-99D6-AE6A76A0CE6F}"/>
              </a:ext>
            </a:extLst>
          </p:cNvPr>
          <p:cNvSpPr>
            <a:spLocks noGrp="1"/>
          </p:cNvSpPr>
          <p:nvPr>
            <p:ph type="sldNum" sz="quarter" idx="4"/>
          </p:nvPr>
        </p:nvSpPr>
        <p:spPr>
          <a:xfrm>
            <a:off x="7670800" y="5808663"/>
            <a:ext cx="554038"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a:solidFill>
                  <a:schemeClr val="tx2"/>
                </a:solidFill>
                <a:latin typeface="Rage Italic" panose="03070502040507070304" pitchFamily="66" charset="77"/>
              </a:defRPr>
            </a:lvl1pPr>
          </a:lstStyle>
          <a:p>
            <a:fld id="{0B4E22E4-C13D-F74E-A66D-F6124CF3C678}" type="slidenum">
              <a:rPr lang="en-US" altLang="en-US"/>
              <a:pPr/>
              <a:t>‹#›</a:t>
            </a:fld>
            <a:endParaRPr lang="en-US" altLang="en-US"/>
          </a:p>
        </p:txBody>
      </p:sp>
      <p:sp>
        <p:nvSpPr>
          <p:cNvPr id="1039" name="Line 11">
            <a:extLst>
              <a:ext uri="{FF2B5EF4-FFF2-40B4-BE49-F238E27FC236}">
                <a16:creationId xmlns:a16="http://schemas.microsoft.com/office/drawing/2014/main" id="{08150AF6-3191-5EBE-176E-677BFD7CC982}"/>
              </a:ext>
            </a:extLst>
          </p:cNvPr>
          <p:cNvSpPr>
            <a:spLocks noChangeShapeType="1"/>
          </p:cNvSpPr>
          <p:nvPr userDrawn="1"/>
        </p:nvSpPr>
        <p:spPr bwMode="auto">
          <a:xfrm>
            <a:off x="723900" y="990600"/>
            <a:ext cx="7696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TH"/>
          </a:p>
        </p:txBody>
      </p:sp>
    </p:spTree>
  </p:cSld>
  <p:clrMap bg1="lt1" tx1="dk1" bg2="lt2" tx2="dk2" accent1="accent1" accent2="accent2" accent3="accent3" accent4="accent4" accent5="accent5" accent6="accent6" hlink="hlink" folHlink="folHlink"/>
  <p:sldLayoutIdLst>
    <p:sldLayoutId id="2147484342" r:id="rId1"/>
    <p:sldLayoutId id="2147484314" r:id="rId2"/>
    <p:sldLayoutId id="2147484315" r:id="rId3"/>
    <p:sldLayoutId id="2147484316" r:id="rId4"/>
    <p:sldLayoutId id="2147484317" r:id="rId5"/>
    <p:sldLayoutId id="2147484318" r:id="rId6"/>
    <p:sldLayoutId id="2147484319" r:id="rId7"/>
    <p:sldLayoutId id="2147484343" r:id="rId8"/>
    <p:sldLayoutId id="2147484344" r:id="rId9"/>
    <p:sldLayoutId id="2147484320" r:id="rId10"/>
    <p:sldLayoutId id="214748432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nstantia" pitchFamily="18" charset="0"/>
        </a:defRPr>
      </a:lvl2pPr>
      <a:lvl3pPr algn="ctr" rtl="0" eaLnBrk="0" fontAlgn="base" hangingPunct="0">
        <a:spcBef>
          <a:spcPct val="0"/>
        </a:spcBef>
        <a:spcAft>
          <a:spcPct val="0"/>
        </a:spcAft>
        <a:defRPr sz="4400">
          <a:solidFill>
            <a:schemeClr val="tx1"/>
          </a:solidFill>
          <a:latin typeface="Constantia" pitchFamily="18" charset="0"/>
        </a:defRPr>
      </a:lvl3pPr>
      <a:lvl4pPr algn="ctr" rtl="0" eaLnBrk="0" fontAlgn="base" hangingPunct="0">
        <a:spcBef>
          <a:spcPct val="0"/>
        </a:spcBef>
        <a:spcAft>
          <a:spcPct val="0"/>
        </a:spcAft>
        <a:defRPr sz="4400">
          <a:solidFill>
            <a:schemeClr val="tx1"/>
          </a:solidFill>
          <a:latin typeface="Constantia" pitchFamily="18" charset="0"/>
        </a:defRPr>
      </a:lvl4pPr>
      <a:lvl5pPr algn="ctr" rtl="0" eaLnBrk="0" fontAlgn="base" hangingPunct="0">
        <a:spcBef>
          <a:spcPct val="0"/>
        </a:spcBef>
        <a:spcAft>
          <a:spcPct val="0"/>
        </a:spcAft>
        <a:defRPr sz="4400">
          <a:solidFill>
            <a:schemeClr val="tx1"/>
          </a:solidFill>
          <a:latin typeface="Constantia"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2"/>
        </a:buClr>
        <a:buSzPct val="85000"/>
        <a:buFont typeface="Brush Script MT" panose="03060802040406070304" pitchFamily="66" charset="-122"/>
        <a:buChar char="O"/>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2"/>
        </a:buClr>
        <a:buSzPct val="85000"/>
        <a:buFont typeface="Brush Script MT" panose="03060802040406070304" pitchFamily="66" charset="-122"/>
        <a:buChar char="O"/>
        <a:defRPr sz="2200" kern="1200">
          <a:solidFill>
            <a:schemeClr val="tx1"/>
          </a:solidFill>
          <a:latin typeface="+mn-lt"/>
          <a:ea typeface="+mn-ea"/>
          <a:cs typeface="+mn-cs"/>
        </a:defRPr>
      </a:lvl2pPr>
      <a:lvl3pPr marL="914400" indent="-228600" algn="l" rtl="0" eaLnBrk="0" fontAlgn="base" hangingPunct="0">
        <a:spcBef>
          <a:spcPct val="20000"/>
        </a:spcBef>
        <a:spcAft>
          <a:spcPct val="0"/>
        </a:spcAft>
        <a:buClr>
          <a:schemeClr val="accent2"/>
        </a:buClr>
        <a:buSzPct val="85000"/>
        <a:buFont typeface="Brush Script MT" panose="03060802040406070304" pitchFamily="66" charset="-122"/>
        <a:buChar char="O"/>
        <a:defRPr sz="2000" kern="1200">
          <a:solidFill>
            <a:schemeClr val="tx1"/>
          </a:solidFill>
          <a:latin typeface="+mn-lt"/>
          <a:ea typeface="+mn-ea"/>
          <a:cs typeface="+mn-cs"/>
        </a:defRPr>
      </a:lvl3pPr>
      <a:lvl4pPr marL="1279525" indent="-228600" algn="l" rtl="0" eaLnBrk="0" fontAlgn="base" hangingPunct="0">
        <a:spcBef>
          <a:spcPct val="20000"/>
        </a:spcBef>
        <a:spcAft>
          <a:spcPct val="0"/>
        </a:spcAft>
        <a:buClr>
          <a:schemeClr val="accent2"/>
        </a:buClr>
        <a:buSzPct val="85000"/>
        <a:buFont typeface="Brush Script MT" panose="03060802040406070304" pitchFamily="66" charset="-122"/>
        <a:buChar char="O"/>
        <a:defRPr kern="1200">
          <a:solidFill>
            <a:schemeClr val="tx1"/>
          </a:solidFill>
          <a:latin typeface="+mn-lt"/>
          <a:ea typeface="+mn-ea"/>
          <a:cs typeface="+mn-cs"/>
        </a:defRPr>
      </a:lvl4pPr>
      <a:lvl5pPr marL="1644650" indent="-228600" algn="l" rtl="0" eaLnBrk="0" fontAlgn="base" hangingPunct="0">
        <a:spcBef>
          <a:spcPct val="20000"/>
        </a:spcBef>
        <a:spcAft>
          <a:spcPct val="0"/>
        </a:spcAft>
        <a:buClr>
          <a:schemeClr val="accent2"/>
        </a:buClr>
        <a:buSzPct val="85000"/>
        <a:buFont typeface="Brush Script MT" panose="03060802040406070304" pitchFamily="66" charset="-122"/>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65AC8E7-56AB-4D60-9099-390AE5C9B336}"/>
              </a:ext>
            </a:extLst>
          </p:cNvPr>
          <p:cNvSpPr>
            <a:spLocks noChangeArrowheads="1"/>
          </p:cNvSpPr>
          <p:nvPr/>
        </p:nvSpPr>
        <p:spPr bwMode="ltGray">
          <a:xfrm>
            <a:off x="417513" y="731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1" name="Rectangle 3">
            <a:extLst>
              <a:ext uri="{FF2B5EF4-FFF2-40B4-BE49-F238E27FC236}">
                <a16:creationId xmlns:a16="http://schemas.microsoft.com/office/drawing/2014/main" id="{7E6E92A4-7076-406A-9919-7FBE0DD7CA70}"/>
              </a:ext>
            </a:extLst>
          </p:cNvPr>
          <p:cNvSpPr>
            <a:spLocks noChangeArrowheads="1"/>
          </p:cNvSpPr>
          <p:nvPr/>
        </p:nvSpPr>
        <p:spPr bwMode="ltGray">
          <a:xfrm>
            <a:off x="800100" y="731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2" name="Rectangle 4">
            <a:extLst>
              <a:ext uri="{FF2B5EF4-FFF2-40B4-BE49-F238E27FC236}">
                <a16:creationId xmlns:a16="http://schemas.microsoft.com/office/drawing/2014/main" id="{CDD9B9C2-7A0B-49E4-AD88-0FE6812C53C0}"/>
              </a:ext>
            </a:extLst>
          </p:cNvPr>
          <p:cNvSpPr>
            <a:spLocks noChangeArrowheads="1"/>
          </p:cNvSpPr>
          <p:nvPr/>
        </p:nvSpPr>
        <p:spPr bwMode="ltGray">
          <a:xfrm>
            <a:off x="541338" y="1154113"/>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3" name="Rectangle 5">
            <a:extLst>
              <a:ext uri="{FF2B5EF4-FFF2-40B4-BE49-F238E27FC236}">
                <a16:creationId xmlns:a16="http://schemas.microsoft.com/office/drawing/2014/main" id="{FE91C655-D1E7-460A-B318-B657A59CDD92}"/>
              </a:ext>
            </a:extLst>
          </p:cNvPr>
          <p:cNvSpPr>
            <a:spLocks noChangeArrowheads="1"/>
          </p:cNvSpPr>
          <p:nvPr/>
        </p:nvSpPr>
        <p:spPr bwMode="ltGray">
          <a:xfrm>
            <a:off x="911225" y="1154113"/>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4" name="Rectangle 6">
            <a:extLst>
              <a:ext uri="{FF2B5EF4-FFF2-40B4-BE49-F238E27FC236}">
                <a16:creationId xmlns:a16="http://schemas.microsoft.com/office/drawing/2014/main" id="{C9A203CE-A8DA-4D91-9768-86BB6F4866D6}"/>
              </a:ext>
            </a:extLst>
          </p:cNvPr>
          <p:cNvSpPr>
            <a:spLocks noChangeArrowheads="1"/>
          </p:cNvSpPr>
          <p:nvPr/>
        </p:nvSpPr>
        <p:spPr bwMode="ltGray">
          <a:xfrm>
            <a:off x="127000" y="1081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5" name="Rectangle 7">
            <a:extLst>
              <a:ext uri="{FF2B5EF4-FFF2-40B4-BE49-F238E27FC236}">
                <a16:creationId xmlns:a16="http://schemas.microsoft.com/office/drawing/2014/main" id="{2B9D42AB-F029-4D48-99DD-EFDD2D5FD1B0}"/>
              </a:ext>
            </a:extLst>
          </p:cNvPr>
          <p:cNvSpPr>
            <a:spLocks noChangeArrowheads="1"/>
          </p:cNvSpPr>
          <p:nvPr/>
        </p:nvSpPr>
        <p:spPr bwMode="gray">
          <a:xfrm>
            <a:off x="762000" y="623888"/>
            <a:ext cx="31750" cy="1052512"/>
          </a:xfrm>
          <a:prstGeom prst="rect">
            <a:avLst/>
          </a:prstGeom>
          <a:solidFill>
            <a:srgbClr val="EE841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2056" name="Rectangle 8">
            <a:extLst>
              <a:ext uri="{FF2B5EF4-FFF2-40B4-BE49-F238E27FC236}">
                <a16:creationId xmlns:a16="http://schemas.microsoft.com/office/drawing/2014/main" id="{8666EC47-24A6-4B19-B3B7-489E8242811E}"/>
              </a:ext>
            </a:extLst>
          </p:cNvPr>
          <p:cNvSpPr>
            <a:spLocks noChangeArrowheads="1"/>
          </p:cNvSpPr>
          <p:nvPr/>
        </p:nvSpPr>
        <p:spPr bwMode="gray">
          <a:xfrm>
            <a:off x="442913" y="1414463"/>
            <a:ext cx="8226425" cy="31750"/>
          </a:xfrm>
          <a:prstGeom prst="rect">
            <a:avLst/>
          </a:prstGeom>
          <a:solidFill>
            <a:srgbClr val="EE841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92169" name="Rectangle 9">
            <a:extLst>
              <a:ext uri="{FF2B5EF4-FFF2-40B4-BE49-F238E27FC236}">
                <a16:creationId xmlns:a16="http://schemas.microsoft.com/office/drawing/2014/main" id="{1D61C6C4-0025-4356-94B4-A8BC9DDD2FE3}"/>
              </a:ext>
            </a:extLst>
          </p:cNvPr>
          <p:cNvSpPr>
            <a:spLocks noGrp="1" noChangeArrowheads="1"/>
          </p:cNvSpPr>
          <p:nvPr>
            <p:ph type="title"/>
          </p:nvPr>
        </p:nvSpPr>
        <p:spPr bwMode="auto">
          <a:xfrm>
            <a:off x="1150938" y="250825"/>
            <a:ext cx="7793037" cy="10445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2058" name="Rectangle 10">
            <a:extLst>
              <a:ext uri="{FF2B5EF4-FFF2-40B4-BE49-F238E27FC236}">
                <a16:creationId xmlns:a16="http://schemas.microsoft.com/office/drawing/2014/main" id="{E109F1C8-4CBC-01CB-7084-09C31F09659A}"/>
              </a:ext>
            </a:extLst>
          </p:cNvPr>
          <p:cNvSpPr>
            <a:spLocks noGrp="1" noChangeArrowheads="1"/>
          </p:cNvSpPr>
          <p:nvPr>
            <p:ph type="body" idx="1"/>
          </p:nvPr>
        </p:nvSpPr>
        <p:spPr bwMode="auto">
          <a:xfrm>
            <a:off x="1182688" y="15240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9" name="Text Box 11">
            <a:extLst>
              <a:ext uri="{FF2B5EF4-FFF2-40B4-BE49-F238E27FC236}">
                <a16:creationId xmlns:a16="http://schemas.microsoft.com/office/drawing/2014/main" id="{1FB85142-1B8D-4A98-90E9-5BA812C1B62A}"/>
              </a:ext>
            </a:extLst>
          </p:cNvPr>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endParaRPr lang="en-US" altLang="en-US" sz="1600">
              <a:solidFill>
                <a:srgbClr val="000000"/>
              </a:solidFill>
              <a:cs typeface="Arial" panose="020B0604020202020204" pitchFamily="34" charset="0"/>
            </a:endParaRPr>
          </a:p>
        </p:txBody>
      </p:sp>
      <p:sp>
        <p:nvSpPr>
          <p:cNvPr id="2060" name="Text Box 12">
            <a:extLst>
              <a:ext uri="{FF2B5EF4-FFF2-40B4-BE49-F238E27FC236}">
                <a16:creationId xmlns:a16="http://schemas.microsoft.com/office/drawing/2014/main" id="{2AF730EB-BFE6-4535-802A-834B97BE8772}"/>
              </a:ext>
            </a:extLst>
          </p:cNvPr>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endParaRPr lang="en-US" altLang="en-US" sz="1600">
              <a:solidFill>
                <a:srgbClr val="000000"/>
              </a:solidFill>
              <a:cs typeface="Arial" panose="020B0604020202020204" pitchFamily="34" charset="0"/>
            </a:endParaRPr>
          </a:p>
        </p:txBody>
      </p:sp>
      <p:grpSp>
        <p:nvGrpSpPr>
          <p:cNvPr id="2061" name="Group 13">
            <a:extLst>
              <a:ext uri="{FF2B5EF4-FFF2-40B4-BE49-F238E27FC236}">
                <a16:creationId xmlns:a16="http://schemas.microsoft.com/office/drawing/2014/main" id="{4F4D0F1D-4548-7794-59E0-D1F5BD9E0040}"/>
              </a:ext>
            </a:extLst>
          </p:cNvPr>
          <p:cNvGrpSpPr>
            <a:grpSpLocks/>
          </p:cNvGrpSpPr>
          <p:nvPr/>
        </p:nvGrpSpPr>
        <p:grpSpPr bwMode="auto">
          <a:xfrm>
            <a:off x="609600" y="6342063"/>
            <a:ext cx="8526463" cy="315912"/>
            <a:chOff x="529" y="3847"/>
            <a:chExt cx="5226" cy="199"/>
          </a:xfrm>
        </p:grpSpPr>
        <p:sp>
          <p:nvSpPr>
            <p:cNvPr id="92174" name="Freeform 14">
              <a:extLst>
                <a:ext uri="{FF2B5EF4-FFF2-40B4-BE49-F238E27FC236}">
                  <a16:creationId xmlns:a16="http://schemas.microsoft.com/office/drawing/2014/main" id="{D0F3ECDB-C9BD-475A-A8A7-16C044139B8A}"/>
                </a:ext>
              </a:extLst>
            </p:cNvPr>
            <p:cNvSpPr>
              <a:spLocks/>
            </p:cNvSpPr>
            <p:nvPr/>
          </p:nvSpPr>
          <p:spPr bwMode="auto">
            <a:xfrm>
              <a:off x="529" y="3997"/>
              <a:ext cx="5226" cy="49"/>
            </a:xfrm>
            <a:custGeom>
              <a:avLst/>
              <a:gdLst/>
              <a:ahLst/>
              <a:cxnLst>
                <a:cxn ang="0">
                  <a:pos x="0" y="48"/>
                </a:cxn>
                <a:cxn ang="0">
                  <a:pos x="5225" y="48"/>
                </a:cxn>
                <a:cxn ang="0">
                  <a:pos x="5225" y="0"/>
                </a:cxn>
                <a:cxn ang="0">
                  <a:pos x="12" y="0"/>
                </a:cxn>
                <a:cxn ang="0">
                  <a:pos x="0" y="48"/>
                </a:cxn>
              </a:cxnLst>
              <a:rect l="0" t="0" r="r" b="b"/>
              <a:pathLst>
                <a:path w="5226" h="49">
                  <a:moveTo>
                    <a:pt x="0" y="48"/>
                  </a:moveTo>
                  <a:lnTo>
                    <a:pt x="5225" y="48"/>
                  </a:lnTo>
                  <a:lnTo>
                    <a:pt x="5225" y="0"/>
                  </a:lnTo>
                  <a:lnTo>
                    <a:pt x="12" y="0"/>
                  </a:lnTo>
                  <a:lnTo>
                    <a:pt x="0" y="48"/>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2175" name="Freeform 15">
              <a:extLst>
                <a:ext uri="{FF2B5EF4-FFF2-40B4-BE49-F238E27FC236}">
                  <a16:creationId xmlns:a16="http://schemas.microsoft.com/office/drawing/2014/main" id="{56C60E18-9DBF-4CDB-8ED8-ADC08985A049}"/>
                </a:ext>
              </a:extLst>
            </p:cNvPr>
            <p:cNvSpPr>
              <a:spLocks/>
            </p:cNvSpPr>
            <p:nvPr/>
          </p:nvSpPr>
          <p:spPr bwMode="auto">
            <a:xfrm>
              <a:off x="553" y="3922"/>
              <a:ext cx="225" cy="49"/>
            </a:xfrm>
            <a:custGeom>
              <a:avLst/>
              <a:gdLst/>
              <a:ahLst/>
              <a:cxnLst>
                <a:cxn ang="0">
                  <a:pos x="0" y="48"/>
                </a:cxn>
                <a:cxn ang="0">
                  <a:pos x="224" y="48"/>
                </a:cxn>
                <a:cxn ang="0">
                  <a:pos x="224" y="0"/>
                </a:cxn>
                <a:cxn ang="0">
                  <a:pos x="0" y="0"/>
                </a:cxn>
                <a:cxn ang="0">
                  <a:pos x="0" y="48"/>
                </a:cxn>
              </a:cxnLst>
              <a:rect l="0" t="0" r="r" b="b"/>
              <a:pathLst>
                <a:path w="225" h="49">
                  <a:moveTo>
                    <a:pt x="0" y="48"/>
                  </a:moveTo>
                  <a:lnTo>
                    <a:pt x="224" y="48"/>
                  </a:lnTo>
                  <a:lnTo>
                    <a:pt x="224" y="0"/>
                  </a:lnTo>
                  <a:lnTo>
                    <a:pt x="0" y="0"/>
                  </a:lnTo>
                  <a:lnTo>
                    <a:pt x="0" y="48"/>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2176" name="Freeform 16">
              <a:extLst>
                <a:ext uri="{FF2B5EF4-FFF2-40B4-BE49-F238E27FC236}">
                  <a16:creationId xmlns:a16="http://schemas.microsoft.com/office/drawing/2014/main" id="{897AE2C4-63CC-42A1-8D1C-D853481B8266}"/>
                </a:ext>
              </a:extLst>
            </p:cNvPr>
            <p:cNvSpPr>
              <a:spLocks/>
            </p:cNvSpPr>
            <p:nvPr/>
          </p:nvSpPr>
          <p:spPr bwMode="auto">
            <a:xfrm>
              <a:off x="563" y="3847"/>
              <a:ext cx="5192" cy="51"/>
            </a:xfrm>
            <a:custGeom>
              <a:avLst/>
              <a:gdLst/>
              <a:ahLst/>
              <a:cxnLst>
                <a:cxn ang="0">
                  <a:pos x="0" y="50"/>
                </a:cxn>
                <a:cxn ang="0">
                  <a:pos x="5191" y="48"/>
                </a:cxn>
                <a:cxn ang="0">
                  <a:pos x="5191" y="0"/>
                </a:cxn>
                <a:cxn ang="0">
                  <a:pos x="12" y="0"/>
                </a:cxn>
                <a:cxn ang="0">
                  <a:pos x="0" y="50"/>
                </a:cxn>
              </a:cxnLst>
              <a:rect l="0" t="0" r="r" b="b"/>
              <a:pathLst>
                <a:path w="5192" h="51">
                  <a:moveTo>
                    <a:pt x="0" y="50"/>
                  </a:moveTo>
                  <a:lnTo>
                    <a:pt x="5191" y="48"/>
                  </a:lnTo>
                  <a:lnTo>
                    <a:pt x="5191" y="0"/>
                  </a:lnTo>
                  <a:lnTo>
                    <a:pt x="12" y="0"/>
                  </a:lnTo>
                  <a:lnTo>
                    <a:pt x="0" y="50"/>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92177" name="Freeform 17">
            <a:extLst>
              <a:ext uri="{FF2B5EF4-FFF2-40B4-BE49-F238E27FC236}">
                <a16:creationId xmlns:a16="http://schemas.microsoft.com/office/drawing/2014/main" id="{CB5BFB52-D436-4E67-9BBA-EE6F15D6B3F2}"/>
              </a:ext>
            </a:extLst>
          </p:cNvPr>
          <p:cNvSpPr>
            <a:spLocks/>
          </p:cNvSpPr>
          <p:nvPr/>
        </p:nvSpPr>
        <p:spPr bwMode="auto">
          <a:xfrm>
            <a:off x="6553200" y="6467475"/>
            <a:ext cx="2578100" cy="74613"/>
          </a:xfrm>
          <a:custGeom>
            <a:avLst/>
            <a:gdLst/>
            <a:ahLst/>
            <a:cxnLst>
              <a:cxn ang="0">
                <a:pos x="0" y="50"/>
              </a:cxn>
              <a:cxn ang="0">
                <a:pos x="3715" y="48"/>
              </a:cxn>
              <a:cxn ang="0">
                <a:pos x="3715" y="0"/>
              </a:cxn>
              <a:cxn ang="0">
                <a:pos x="8" y="0"/>
              </a:cxn>
              <a:cxn ang="0">
                <a:pos x="0" y="50"/>
              </a:cxn>
            </a:cxnLst>
            <a:rect l="0" t="0" r="r" b="b"/>
            <a:pathLst>
              <a:path w="3716" h="51">
                <a:moveTo>
                  <a:pt x="0" y="50"/>
                </a:moveTo>
                <a:lnTo>
                  <a:pt x="3715" y="48"/>
                </a:lnTo>
                <a:lnTo>
                  <a:pt x="3715" y="0"/>
                </a:lnTo>
                <a:lnTo>
                  <a:pt x="8" y="0"/>
                </a:lnTo>
                <a:lnTo>
                  <a:pt x="0" y="50"/>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2063" name="Text Box 19">
            <a:extLst>
              <a:ext uri="{FF2B5EF4-FFF2-40B4-BE49-F238E27FC236}">
                <a16:creationId xmlns:a16="http://schemas.microsoft.com/office/drawing/2014/main" id="{CD18E352-38DE-4384-A8EC-E9569010188E}"/>
              </a:ext>
            </a:extLst>
          </p:cNvPr>
          <p:cNvSpPr txBox="1">
            <a:spLocks noChangeArrowheads="1"/>
          </p:cNvSpPr>
          <p:nvPr/>
        </p:nvSpPr>
        <p:spPr bwMode="auto">
          <a:xfrm>
            <a:off x="838200" y="6354763"/>
            <a:ext cx="5562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FF0000"/>
              </a:buClr>
              <a:buSzPct val="110000"/>
              <a:buFont typeface="Wingdings" panose="05000000000000000000" pitchFamily="2" charset="2"/>
              <a:buNone/>
              <a:defRPr/>
            </a:pPr>
            <a:r>
              <a:rPr lang="en-US" altLang="en-US" sz="1200" b="1" i="1">
                <a:solidFill>
                  <a:srgbClr val="000000"/>
                </a:solidFill>
                <a:cs typeface="Arial" panose="020B0604020202020204" pitchFamily="34" charset="0"/>
              </a:rPr>
              <a:t>     </a:t>
            </a:r>
            <a:r>
              <a:rPr lang="en-US" altLang="en-US" sz="1200" b="1" i="1">
                <a:solidFill>
                  <a:srgbClr val="0000CC"/>
                </a:solidFill>
                <a:cs typeface="Arial" panose="020B0604020202020204" pitchFamily="34" charset="0"/>
              </a:rPr>
              <a:t>Copyright © 2011 Pearson Education, Inc. Publishing as Prentice Hall</a:t>
            </a:r>
            <a:endParaRPr lang="en-US" altLang="en-US" sz="1200" b="1">
              <a:solidFill>
                <a:srgbClr val="0000CC"/>
              </a:solidFill>
              <a:cs typeface="Arial" panose="020B0604020202020204" pitchFamily="34" charset="0"/>
            </a:endParaRPr>
          </a:p>
        </p:txBody>
      </p:sp>
      <p:sp>
        <p:nvSpPr>
          <p:cNvPr id="92180" name="Text Box 20">
            <a:extLst>
              <a:ext uri="{FF2B5EF4-FFF2-40B4-BE49-F238E27FC236}">
                <a16:creationId xmlns:a16="http://schemas.microsoft.com/office/drawing/2014/main" id="{59E9505D-01AD-4D2B-8992-B6431850CA64}"/>
              </a:ext>
            </a:extLst>
          </p:cNvPr>
          <p:cNvSpPr txBox="1">
            <a:spLocks noChangeArrowheads="1"/>
          </p:cNvSpPr>
          <p:nvPr/>
        </p:nvSpPr>
        <p:spPr bwMode="auto">
          <a:xfrm>
            <a:off x="76200" y="6356350"/>
            <a:ext cx="601663" cy="274638"/>
          </a:xfrm>
          <a:prstGeom prst="rect">
            <a:avLst/>
          </a:prstGeom>
          <a:noFill/>
          <a:ln w="9525">
            <a:noFill/>
            <a:miter lim="800000"/>
            <a:headEnd/>
            <a:tailEnd/>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b="1">
                <a:solidFill>
                  <a:srgbClr val="EE8411"/>
                </a:solidFill>
                <a:latin typeface="Tahoma" panose="020B0604030504040204" pitchFamily="34" charset="0"/>
                <a:cs typeface="Arial" panose="020B0604020202020204" pitchFamily="34" charset="0"/>
              </a:rPr>
              <a:t>2-</a:t>
            </a:r>
            <a:fld id="{5F01A71B-E0BB-6240-80EA-EBA80EB1023E}" type="slidenum">
              <a:rPr lang="en-US" altLang="en-US" sz="1200" b="1">
                <a:solidFill>
                  <a:srgbClr val="EE8411"/>
                </a:solidFill>
                <a:latin typeface="Tahoma" panose="020B0604030504040204" pitchFamily="34" charset="0"/>
                <a:cs typeface="Arial" panose="020B0604020202020204" pitchFamily="34" charset="0"/>
              </a:rPr>
              <a:pPr eaLnBrk="1" hangingPunct="1"/>
              <a:t>‹#›</a:t>
            </a:fld>
            <a:endParaRPr lang="en-US" altLang="en-US" sz="1200" b="1">
              <a:solidFill>
                <a:srgbClr val="EE8411"/>
              </a:solidFill>
              <a:latin typeface="Tahoma" panose="020B060403050404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345"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 id="2147484346" r:id="rId12"/>
  </p:sldLayoutIdLst>
  <p:txStyles>
    <p:titleStyle>
      <a:lvl1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2pPr>
      <a:lvl3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3pPr>
      <a:lvl4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4pPr>
      <a:lvl5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5pPr>
      <a:lvl6pPr marL="4572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6pPr>
      <a:lvl7pPr marL="9144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7pPr>
      <a:lvl8pPr marL="13716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8pPr>
      <a:lvl9pPr marL="18288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folHlink"/>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folHlink"/>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folHlink"/>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9E385AE-8B4B-4B46-AAB2-44BCBFC14EB7}"/>
              </a:ext>
            </a:extLst>
          </p:cNvPr>
          <p:cNvSpPr>
            <a:spLocks noChangeArrowheads="1"/>
          </p:cNvSpPr>
          <p:nvPr/>
        </p:nvSpPr>
        <p:spPr bwMode="ltGray">
          <a:xfrm>
            <a:off x="417513" y="731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75" name="Rectangle 3">
            <a:extLst>
              <a:ext uri="{FF2B5EF4-FFF2-40B4-BE49-F238E27FC236}">
                <a16:creationId xmlns:a16="http://schemas.microsoft.com/office/drawing/2014/main" id="{DD1BBB75-3C2C-40EC-AE0F-8DE9F8F2C996}"/>
              </a:ext>
            </a:extLst>
          </p:cNvPr>
          <p:cNvSpPr>
            <a:spLocks noChangeArrowheads="1"/>
          </p:cNvSpPr>
          <p:nvPr/>
        </p:nvSpPr>
        <p:spPr bwMode="ltGray">
          <a:xfrm>
            <a:off x="800100" y="731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76" name="Rectangle 4">
            <a:extLst>
              <a:ext uri="{FF2B5EF4-FFF2-40B4-BE49-F238E27FC236}">
                <a16:creationId xmlns:a16="http://schemas.microsoft.com/office/drawing/2014/main" id="{E25F9B47-0805-433B-A6A7-6F00B78C618A}"/>
              </a:ext>
            </a:extLst>
          </p:cNvPr>
          <p:cNvSpPr>
            <a:spLocks noChangeArrowheads="1"/>
          </p:cNvSpPr>
          <p:nvPr/>
        </p:nvSpPr>
        <p:spPr bwMode="ltGray">
          <a:xfrm>
            <a:off x="541338" y="1154113"/>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77" name="Rectangle 5">
            <a:extLst>
              <a:ext uri="{FF2B5EF4-FFF2-40B4-BE49-F238E27FC236}">
                <a16:creationId xmlns:a16="http://schemas.microsoft.com/office/drawing/2014/main" id="{10D8611A-C974-4C05-BB19-BE5A7DA2FE7E}"/>
              </a:ext>
            </a:extLst>
          </p:cNvPr>
          <p:cNvSpPr>
            <a:spLocks noChangeArrowheads="1"/>
          </p:cNvSpPr>
          <p:nvPr/>
        </p:nvSpPr>
        <p:spPr bwMode="ltGray">
          <a:xfrm>
            <a:off x="911225" y="1154113"/>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78" name="Rectangle 6">
            <a:extLst>
              <a:ext uri="{FF2B5EF4-FFF2-40B4-BE49-F238E27FC236}">
                <a16:creationId xmlns:a16="http://schemas.microsoft.com/office/drawing/2014/main" id="{C68B8D94-21F4-40B9-B7BF-D6030E77B46B}"/>
              </a:ext>
            </a:extLst>
          </p:cNvPr>
          <p:cNvSpPr>
            <a:spLocks noChangeArrowheads="1"/>
          </p:cNvSpPr>
          <p:nvPr/>
        </p:nvSpPr>
        <p:spPr bwMode="ltGray">
          <a:xfrm>
            <a:off x="127000" y="1081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79" name="Rectangle 7">
            <a:extLst>
              <a:ext uri="{FF2B5EF4-FFF2-40B4-BE49-F238E27FC236}">
                <a16:creationId xmlns:a16="http://schemas.microsoft.com/office/drawing/2014/main" id="{CE7D1E22-3C4B-47C5-B7EC-E59EC18B10C3}"/>
              </a:ext>
            </a:extLst>
          </p:cNvPr>
          <p:cNvSpPr>
            <a:spLocks noChangeArrowheads="1"/>
          </p:cNvSpPr>
          <p:nvPr/>
        </p:nvSpPr>
        <p:spPr bwMode="gray">
          <a:xfrm>
            <a:off x="762000" y="623888"/>
            <a:ext cx="31750" cy="1052512"/>
          </a:xfrm>
          <a:prstGeom prst="rect">
            <a:avLst/>
          </a:prstGeom>
          <a:solidFill>
            <a:srgbClr val="EE841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3080" name="Rectangle 8">
            <a:extLst>
              <a:ext uri="{FF2B5EF4-FFF2-40B4-BE49-F238E27FC236}">
                <a16:creationId xmlns:a16="http://schemas.microsoft.com/office/drawing/2014/main" id="{EB077F49-F6DC-482A-82AB-1608DD0E1DF5}"/>
              </a:ext>
            </a:extLst>
          </p:cNvPr>
          <p:cNvSpPr>
            <a:spLocks noChangeArrowheads="1"/>
          </p:cNvSpPr>
          <p:nvPr/>
        </p:nvSpPr>
        <p:spPr bwMode="gray">
          <a:xfrm>
            <a:off x="442913" y="1414463"/>
            <a:ext cx="8226425" cy="31750"/>
          </a:xfrm>
          <a:prstGeom prst="rect">
            <a:avLst/>
          </a:prstGeom>
          <a:solidFill>
            <a:srgbClr val="EE841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cs typeface="Arial" panose="020B0604020202020204" pitchFamily="34" charset="0"/>
            </a:endParaRPr>
          </a:p>
        </p:txBody>
      </p:sp>
      <p:sp>
        <p:nvSpPr>
          <p:cNvPr id="92169" name="Rectangle 9">
            <a:extLst>
              <a:ext uri="{FF2B5EF4-FFF2-40B4-BE49-F238E27FC236}">
                <a16:creationId xmlns:a16="http://schemas.microsoft.com/office/drawing/2014/main" id="{5A7E6F28-893B-4A84-BDA4-1A8875AC39E8}"/>
              </a:ext>
            </a:extLst>
          </p:cNvPr>
          <p:cNvSpPr>
            <a:spLocks noGrp="1" noChangeArrowheads="1"/>
          </p:cNvSpPr>
          <p:nvPr>
            <p:ph type="title"/>
          </p:nvPr>
        </p:nvSpPr>
        <p:spPr bwMode="auto">
          <a:xfrm>
            <a:off x="1150938" y="250825"/>
            <a:ext cx="7793037" cy="10445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3082" name="Rectangle 10">
            <a:extLst>
              <a:ext uri="{FF2B5EF4-FFF2-40B4-BE49-F238E27FC236}">
                <a16:creationId xmlns:a16="http://schemas.microsoft.com/office/drawing/2014/main" id="{81951B03-BB2A-B4C6-05BE-180CAC0148A9}"/>
              </a:ext>
            </a:extLst>
          </p:cNvPr>
          <p:cNvSpPr>
            <a:spLocks noGrp="1" noChangeArrowheads="1"/>
          </p:cNvSpPr>
          <p:nvPr>
            <p:ph type="body" idx="1"/>
          </p:nvPr>
        </p:nvSpPr>
        <p:spPr bwMode="auto">
          <a:xfrm>
            <a:off x="1182688" y="15240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83" name="Text Box 11">
            <a:extLst>
              <a:ext uri="{FF2B5EF4-FFF2-40B4-BE49-F238E27FC236}">
                <a16:creationId xmlns:a16="http://schemas.microsoft.com/office/drawing/2014/main" id="{1E3E68AB-58FD-46CE-81E2-AF2AF32DFD5E}"/>
              </a:ext>
            </a:extLst>
          </p:cNvPr>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endParaRPr lang="en-US" altLang="en-US" sz="1600">
              <a:solidFill>
                <a:srgbClr val="000000"/>
              </a:solidFill>
              <a:cs typeface="Arial" panose="020B0604020202020204" pitchFamily="34" charset="0"/>
            </a:endParaRPr>
          </a:p>
        </p:txBody>
      </p:sp>
      <p:sp>
        <p:nvSpPr>
          <p:cNvPr id="3084" name="Text Box 12">
            <a:extLst>
              <a:ext uri="{FF2B5EF4-FFF2-40B4-BE49-F238E27FC236}">
                <a16:creationId xmlns:a16="http://schemas.microsoft.com/office/drawing/2014/main" id="{2E2EF259-73A0-4A99-9157-D78EBEC0401E}"/>
              </a:ext>
            </a:extLst>
          </p:cNvPr>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endParaRPr lang="en-US" altLang="en-US" sz="1600">
              <a:solidFill>
                <a:srgbClr val="000000"/>
              </a:solidFill>
              <a:cs typeface="Arial" panose="020B0604020202020204" pitchFamily="34" charset="0"/>
            </a:endParaRPr>
          </a:p>
        </p:txBody>
      </p:sp>
      <p:grpSp>
        <p:nvGrpSpPr>
          <p:cNvPr id="3085" name="Group 13">
            <a:extLst>
              <a:ext uri="{FF2B5EF4-FFF2-40B4-BE49-F238E27FC236}">
                <a16:creationId xmlns:a16="http://schemas.microsoft.com/office/drawing/2014/main" id="{BDF88C75-F398-7AD8-6E92-74E9CDFD82B5}"/>
              </a:ext>
            </a:extLst>
          </p:cNvPr>
          <p:cNvGrpSpPr>
            <a:grpSpLocks/>
          </p:cNvGrpSpPr>
          <p:nvPr/>
        </p:nvGrpSpPr>
        <p:grpSpPr bwMode="auto">
          <a:xfrm>
            <a:off x="609600" y="6342063"/>
            <a:ext cx="8526463" cy="315912"/>
            <a:chOff x="529" y="3847"/>
            <a:chExt cx="5226" cy="199"/>
          </a:xfrm>
        </p:grpSpPr>
        <p:sp>
          <p:nvSpPr>
            <p:cNvPr id="92174" name="Freeform 14">
              <a:extLst>
                <a:ext uri="{FF2B5EF4-FFF2-40B4-BE49-F238E27FC236}">
                  <a16:creationId xmlns:a16="http://schemas.microsoft.com/office/drawing/2014/main" id="{4559DF7E-9FE2-4FFA-8001-D0DC974EAD31}"/>
                </a:ext>
              </a:extLst>
            </p:cNvPr>
            <p:cNvSpPr>
              <a:spLocks/>
            </p:cNvSpPr>
            <p:nvPr/>
          </p:nvSpPr>
          <p:spPr bwMode="auto">
            <a:xfrm>
              <a:off x="529" y="3997"/>
              <a:ext cx="5226" cy="49"/>
            </a:xfrm>
            <a:custGeom>
              <a:avLst/>
              <a:gdLst/>
              <a:ahLst/>
              <a:cxnLst>
                <a:cxn ang="0">
                  <a:pos x="0" y="48"/>
                </a:cxn>
                <a:cxn ang="0">
                  <a:pos x="5225" y="48"/>
                </a:cxn>
                <a:cxn ang="0">
                  <a:pos x="5225" y="0"/>
                </a:cxn>
                <a:cxn ang="0">
                  <a:pos x="12" y="0"/>
                </a:cxn>
                <a:cxn ang="0">
                  <a:pos x="0" y="48"/>
                </a:cxn>
              </a:cxnLst>
              <a:rect l="0" t="0" r="r" b="b"/>
              <a:pathLst>
                <a:path w="5226" h="49">
                  <a:moveTo>
                    <a:pt x="0" y="48"/>
                  </a:moveTo>
                  <a:lnTo>
                    <a:pt x="5225" y="48"/>
                  </a:lnTo>
                  <a:lnTo>
                    <a:pt x="5225" y="0"/>
                  </a:lnTo>
                  <a:lnTo>
                    <a:pt x="12" y="0"/>
                  </a:lnTo>
                  <a:lnTo>
                    <a:pt x="0" y="48"/>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2175" name="Freeform 15">
              <a:extLst>
                <a:ext uri="{FF2B5EF4-FFF2-40B4-BE49-F238E27FC236}">
                  <a16:creationId xmlns:a16="http://schemas.microsoft.com/office/drawing/2014/main" id="{33F379E0-14F0-4445-A78F-239D92F6B67D}"/>
                </a:ext>
              </a:extLst>
            </p:cNvPr>
            <p:cNvSpPr>
              <a:spLocks/>
            </p:cNvSpPr>
            <p:nvPr/>
          </p:nvSpPr>
          <p:spPr bwMode="auto">
            <a:xfrm>
              <a:off x="553" y="3922"/>
              <a:ext cx="225" cy="49"/>
            </a:xfrm>
            <a:custGeom>
              <a:avLst/>
              <a:gdLst/>
              <a:ahLst/>
              <a:cxnLst>
                <a:cxn ang="0">
                  <a:pos x="0" y="48"/>
                </a:cxn>
                <a:cxn ang="0">
                  <a:pos x="224" y="48"/>
                </a:cxn>
                <a:cxn ang="0">
                  <a:pos x="224" y="0"/>
                </a:cxn>
                <a:cxn ang="0">
                  <a:pos x="0" y="0"/>
                </a:cxn>
                <a:cxn ang="0">
                  <a:pos x="0" y="48"/>
                </a:cxn>
              </a:cxnLst>
              <a:rect l="0" t="0" r="r" b="b"/>
              <a:pathLst>
                <a:path w="225" h="49">
                  <a:moveTo>
                    <a:pt x="0" y="48"/>
                  </a:moveTo>
                  <a:lnTo>
                    <a:pt x="224" y="48"/>
                  </a:lnTo>
                  <a:lnTo>
                    <a:pt x="224" y="0"/>
                  </a:lnTo>
                  <a:lnTo>
                    <a:pt x="0" y="0"/>
                  </a:lnTo>
                  <a:lnTo>
                    <a:pt x="0" y="48"/>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92176" name="Freeform 16">
              <a:extLst>
                <a:ext uri="{FF2B5EF4-FFF2-40B4-BE49-F238E27FC236}">
                  <a16:creationId xmlns:a16="http://schemas.microsoft.com/office/drawing/2014/main" id="{A369A13C-B289-4CE3-93DB-2715813CF214}"/>
                </a:ext>
              </a:extLst>
            </p:cNvPr>
            <p:cNvSpPr>
              <a:spLocks/>
            </p:cNvSpPr>
            <p:nvPr/>
          </p:nvSpPr>
          <p:spPr bwMode="auto">
            <a:xfrm>
              <a:off x="563" y="3847"/>
              <a:ext cx="5192" cy="51"/>
            </a:xfrm>
            <a:custGeom>
              <a:avLst/>
              <a:gdLst/>
              <a:ahLst/>
              <a:cxnLst>
                <a:cxn ang="0">
                  <a:pos x="0" y="50"/>
                </a:cxn>
                <a:cxn ang="0">
                  <a:pos x="5191" y="48"/>
                </a:cxn>
                <a:cxn ang="0">
                  <a:pos x="5191" y="0"/>
                </a:cxn>
                <a:cxn ang="0">
                  <a:pos x="12" y="0"/>
                </a:cxn>
                <a:cxn ang="0">
                  <a:pos x="0" y="50"/>
                </a:cxn>
              </a:cxnLst>
              <a:rect l="0" t="0" r="r" b="b"/>
              <a:pathLst>
                <a:path w="5192" h="51">
                  <a:moveTo>
                    <a:pt x="0" y="50"/>
                  </a:moveTo>
                  <a:lnTo>
                    <a:pt x="5191" y="48"/>
                  </a:lnTo>
                  <a:lnTo>
                    <a:pt x="5191" y="0"/>
                  </a:lnTo>
                  <a:lnTo>
                    <a:pt x="12" y="0"/>
                  </a:lnTo>
                  <a:lnTo>
                    <a:pt x="0" y="50"/>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grpSp>
      <p:sp>
        <p:nvSpPr>
          <p:cNvPr id="92177" name="Freeform 17">
            <a:extLst>
              <a:ext uri="{FF2B5EF4-FFF2-40B4-BE49-F238E27FC236}">
                <a16:creationId xmlns:a16="http://schemas.microsoft.com/office/drawing/2014/main" id="{7B15131E-3899-44C0-98C7-39D591D9EF56}"/>
              </a:ext>
            </a:extLst>
          </p:cNvPr>
          <p:cNvSpPr>
            <a:spLocks/>
          </p:cNvSpPr>
          <p:nvPr/>
        </p:nvSpPr>
        <p:spPr bwMode="auto">
          <a:xfrm>
            <a:off x="6553200" y="6467475"/>
            <a:ext cx="2578100" cy="74613"/>
          </a:xfrm>
          <a:custGeom>
            <a:avLst/>
            <a:gdLst/>
            <a:ahLst/>
            <a:cxnLst>
              <a:cxn ang="0">
                <a:pos x="0" y="50"/>
              </a:cxn>
              <a:cxn ang="0">
                <a:pos x="3715" y="48"/>
              </a:cxn>
              <a:cxn ang="0">
                <a:pos x="3715" y="0"/>
              </a:cxn>
              <a:cxn ang="0">
                <a:pos x="8" y="0"/>
              </a:cxn>
              <a:cxn ang="0">
                <a:pos x="0" y="50"/>
              </a:cxn>
            </a:cxnLst>
            <a:rect l="0" t="0" r="r" b="b"/>
            <a:pathLst>
              <a:path w="3716" h="51">
                <a:moveTo>
                  <a:pt x="0" y="50"/>
                </a:moveTo>
                <a:lnTo>
                  <a:pt x="3715" y="48"/>
                </a:lnTo>
                <a:lnTo>
                  <a:pt x="3715" y="0"/>
                </a:lnTo>
                <a:lnTo>
                  <a:pt x="8" y="0"/>
                </a:lnTo>
                <a:lnTo>
                  <a:pt x="0" y="50"/>
                </a:lnTo>
              </a:path>
            </a:pathLst>
          </a:custGeom>
          <a:solidFill>
            <a:srgbClr val="EE8411"/>
          </a:solidFill>
          <a:ln w="9525" cap="rnd">
            <a:noFill/>
            <a:round/>
            <a:headEnd/>
            <a:tailEnd/>
          </a:ln>
          <a:effectLst/>
        </p:spPr>
        <p:txBody>
          <a:bodyPr/>
          <a:lstStyle/>
          <a:p>
            <a:pPr algn="ctr" eaLnBrk="1" hangingPunct="1">
              <a:defRPr/>
            </a:pPr>
            <a:endParaRPr lang="en-US" sz="2800" b="1" dirty="0">
              <a:solidFill>
                <a:srgbClr val="CC3300"/>
              </a:solidFill>
              <a:effectLst>
                <a:outerShdw blurRad="38100" dist="38100" dir="2700000" algn="tl">
                  <a:srgbClr val="000000">
                    <a:alpha val="43137"/>
                  </a:srgbClr>
                </a:outerShdw>
              </a:effectLst>
              <a:latin typeface="Tahoma" panose="020B0604030504040204" pitchFamily="34" charset="0"/>
              <a:cs typeface="Arial" panose="020B0604020202020204" pitchFamily="34" charset="0"/>
            </a:endParaRPr>
          </a:p>
        </p:txBody>
      </p:sp>
      <p:sp>
        <p:nvSpPr>
          <p:cNvPr id="3087" name="Text Box 19">
            <a:extLst>
              <a:ext uri="{FF2B5EF4-FFF2-40B4-BE49-F238E27FC236}">
                <a16:creationId xmlns:a16="http://schemas.microsoft.com/office/drawing/2014/main" id="{E75716EE-846D-401C-B2EA-9A336445A51B}"/>
              </a:ext>
            </a:extLst>
          </p:cNvPr>
          <p:cNvSpPr txBox="1">
            <a:spLocks noChangeArrowheads="1"/>
          </p:cNvSpPr>
          <p:nvPr/>
        </p:nvSpPr>
        <p:spPr bwMode="auto">
          <a:xfrm>
            <a:off x="838200" y="6354763"/>
            <a:ext cx="5562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FF0000"/>
              </a:buClr>
              <a:buSzPct val="110000"/>
              <a:buFont typeface="Wingdings" panose="05000000000000000000" pitchFamily="2" charset="2"/>
              <a:buNone/>
              <a:defRPr/>
            </a:pPr>
            <a:r>
              <a:rPr lang="en-US" altLang="en-US" sz="1200" b="1" i="1">
                <a:solidFill>
                  <a:srgbClr val="000000"/>
                </a:solidFill>
                <a:cs typeface="Arial" panose="020B0604020202020204" pitchFamily="34" charset="0"/>
              </a:rPr>
              <a:t>     </a:t>
            </a:r>
            <a:r>
              <a:rPr lang="en-US" altLang="en-US" sz="1200" b="1" i="1">
                <a:solidFill>
                  <a:srgbClr val="0000CC"/>
                </a:solidFill>
                <a:cs typeface="Arial" panose="020B0604020202020204" pitchFamily="34" charset="0"/>
              </a:rPr>
              <a:t>Copyright © 2011 Pearson Education, Inc. Publishing as Prentice Hall</a:t>
            </a:r>
            <a:endParaRPr lang="en-US" altLang="en-US" sz="1200" b="1">
              <a:solidFill>
                <a:srgbClr val="0000CC"/>
              </a:solidFill>
              <a:cs typeface="Arial" panose="020B0604020202020204" pitchFamily="34" charset="0"/>
            </a:endParaRPr>
          </a:p>
        </p:txBody>
      </p:sp>
      <p:sp>
        <p:nvSpPr>
          <p:cNvPr id="92180" name="Text Box 20">
            <a:extLst>
              <a:ext uri="{FF2B5EF4-FFF2-40B4-BE49-F238E27FC236}">
                <a16:creationId xmlns:a16="http://schemas.microsoft.com/office/drawing/2014/main" id="{5115F7AF-E90B-4BA4-B7AF-F039BACFAA82}"/>
              </a:ext>
            </a:extLst>
          </p:cNvPr>
          <p:cNvSpPr txBox="1">
            <a:spLocks noChangeArrowheads="1"/>
          </p:cNvSpPr>
          <p:nvPr/>
        </p:nvSpPr>
        <p:spPr bwMode="auto">
          <a:xfrm>
            <a:off x="76200" y="6356350"/>
            <a:ext cx="601663" cy="274638"/>
          </a:xfrm>
          <a:prstGeom prst="rect">
            <a:avLst/>
          </a:prstGeom>
          <a:noFill/>
          <a:ln w="9525">
            <a:noFill/>
            <a:miter lim="800000"/>
            <a:headEnd/>
            <a:tailEnd/>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b="1">
                <a:solidFill>
                  <a:srgbClr val="EE8411"/>
                </a:solidFill>
                <a:latin typeface="Tahoma" panose="020B0604030504040204" pitchFamily="34" charset="0"/>
                <a:cs typeface="Arial" panose="020B0604020202020204" pitchFamily="34" charset="0"/>
              </a:rPr>
              <a:t>2-</a:t>
            </a:r>
            <a:fld id="{74FD81B3-0EE9-874F-9C16-B882B889D1B4}" type="slidenum">
              <a:rPr lang="en-US" altLang="en-US" sz="1200" b="1">
                <a:solidFill>
                  <a:srgbClr val="EE8411"/>
                </a:solidFill>
                <a:latin typeface="Tahoma" panose="020B0604030504040204" pitchFamily="34" charset="0"/>
                <a:cs typeface="Arial" panose="020B0604020202020204" pitchFamily="34" charset="0"/>
              </a:rPr>
              <a:pPr eaLnBrk="1" hangingPunct="1"/>
              <a:t>‹#›</a:t>
            </a:fld>
            <a:endParaRPr lang="en-US" altLang="en-US" sz="1200" b="1">
              <a:solidFill>
                <a:srgbClr val="EE8411"/>
              </a:solidFill>
              <a:latin typeface="Tahoma" panose="020B060403050404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347" r:id="rId1"/>
    <p:sldLayoutId id="2147484332" r:id="rId2"/>
    <p:sldLayoutId id="2147484333" r:id="rId3"/>
    <p:sldLayoutId id="2147484334" r:id="rId4"/>
    <p:sldLayoutId id="2147484335" r:id="rId5"/>
    <p:sldLayoutId id="2147484336" r:id="rId6"/>
    <p:sldLayoutId id="2147484337" r:id="rId7"/>
    <p:sldLayoutId id="2147484338" r:id="rId8"/>
    <p:sldLayoutId id="2147484339" r:id="rId9"/>
    <p:sldLayoutId id="2147484340" r:id="rId10"/>
    <p:sldLayoutId id="2147484341" r:id="rId11"/>
    <p:sldLayoutId id="2147484348" r:id="rId12"/>
  </p:sldLayoutIdLst>
  <p:txStyles>
    <p:titleStyle>
      <a:lvl1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2pPr>
      <a:lvl3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3pPr>
      <a:lvl4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4pPr>
      <a:lvl5pPr algn="l" rtl="0" eaLnBrk="0" fontAlgn="base" hangingPunct="0">
        <a:spcBef>
          <a:spcPct val="0"/>
        </a:spcBef>
        <a:spcAft>
          <a:spcPct val="0"/>
        </a:spcAft>
        <a:defRPr sz="3600">
          <a:solidFill>
            <a:srgbClr val="CC3300"/>
          </a:solidFill>
          <a:effectLst>
            <a:outerShdw blurRad="38100" dist="38100" dir="2700000" algn="tl">
              <a:srgbClr val="C0C0C0"/>
            </a:outerShdw>
          </a:effectLst>
          <a:latin typeface="Tahoma" pitchFamily="34" charset="0"/>
        </a:defRPr>
      </a:lvl5pPr>
      <a:lvl6pPr marL="4572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6pPr>
      <a:lvl7pPr marL="9144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7pPr>
      <a:lvl8pPr marL="13716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8pPr>
      <a:lvl9pPr marL="1828800" algn="l" rtl="0" fontAlgn="base">
        <a:spcBef>
          <a:spcPct val="0"/>
        </a:spcBef>
        <a:spcAft>
          <a:spcPct val="0"/>
        </a:spcAft>
        <a:defRPr sz="3600">
          <a:solidFill>
            <a:srgbClr val="CC3300"/>
          </a:solidFill>
          <a:effectLst>
            <a:outerShdw blurRad="38100" dist="38100" dir="2700000" algn="tl">
              <a:srgbClr val="C0C0C0"/>
            </a:outerShdw>
          </a:effectLst>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folHlink"/>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folHlink"/>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folHlink"/>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folHlink"/>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hyperlink" Target="https://www.dummies.com/programming/big-data/engineering/six-vendors-with-middleware-products-for-data-warehousi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F9DC5217-41D1-6497-728B-292AEEADD98D}"/>
              </a:ext>
            </a:extLst>
          </p:cNvPr>
          <p:cNvSpPr>
            <a:spLocks noGrp="1"/>
          </p:cNvSpPr>
          <p:nvPr>
            <p:ph type="subTitle" idx="1"/>
          </p:nvPr>
        </p:nvSpPr>
        <p:spPr>
          <a:xfrm>
            <a:off x="1727200" y="3736975"/>
            <a:ext cx="5711825" cy="1524000"/>
          </a:xfrm>
        </p:spPr>
        <p:txBody>
          <a:bodyPr/>
          <a:lstStyle/>
          <a:p>
            <a:pPr eaLnBrk="1" hangingPunct="1">
              <a:lnSpc>
                <a:spcPct val="80000"/>
              </a:lnSpc>
            </a:pPr>
            <a:r>
              <a:rPr lang="en-US" altLang="en-US" sz="2800" b="1" dirty="0">
                <a:solidFill>
                  <a:srgbClr val="C00000"/>
                </a:solidFill>
              </a:rPr>
              <a:t>Business Intelligence</a:t>
            </a:r>
          </a:p>
        </p:txBody>
      </p:sp>
      <p:sp>
        <p:nvSpPr>
          <p:cNvPr id="13315" name="Text Box 10">
            <a:extLst>
              <a:ext uri="{FF2B5EF4-FFF2-40B4-BE49-F238E27FC236}">
                <a16:creationId xmlns:a16="http://schemas.microsoft.com/office/drawing/2014/main" id="{DB6D6600-1F90-4DA2-04F4-7F54CF1AC14C}"/>
              </a:ext>
            </a:extLst>
          </p:cNvPr>
          <p:cNvSpPr txBox="1">
            <a:spLocks noChangeArrowheads="1"/>
          </p:cNvSpPr>
          <p:nvPr/>
        </p:nvSpPr>
        <p:spPr bwMode="auto">
          <a:xfrm>
            <a:off x="7696200" y="5562600"/>
            <a:ext cx="457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accent2"/>
              </a:buClr>
              <a:buSzPct val="85000"/>
              <a:buFont typeface="Brush Script MT" panose="03060802040406070304" pitchFamily="66" charset="-122"/>
              <a:buChar char="O"/>
              <a:defRPr sz="2400">
                <a:solidFill>
                  <a:schemeClr val="tx1"/>
                </a:solidFill>
                <a:latin typeface="Franklin Gothic Book" panose="020B0503020102020204" pitchFamily="34" charset="0"/>
              </a:defRPr>
            </a:lvl1pPr>
            <a:lvl2pPr marL="742950" indent="-285750" defTabSz="457200">
              <a:spcBef>
                <a:spcPct val="20000"/>
              </a:spcBef>
              <a:buClr>
                <a:schemeClr val="accent2"/>
              </a:buClr>
              <a:buSzPct val="85000"/>
              <a:buFont typeface="Brush Script MT" panose="03060802040406070304" pitchFamily="66" charset="-122"/>
              <a:buChar char="O"/>
              <a:defRPr sz="2200">
                <a:solidFill>
                  <a:schemeClr val="tx1"/>
                </a:solidFill>
                <a:latin typeface="Franklin Gothic Book" panose="020B0503020102020204" pitchFamily="34" charset="0"/>
              </a:defRPr>
            </a:lvl2pPr>
            <a:lvl3pPr marL="1143000" indent="-228600" defTabSz="457200">
              <a:spcBef>
                <a:spcPct val="20000"/>
              </a:spcBef>
              <a:buClr>
                <a:schemeClr val="accent2"/>
              </a:buClr>
              <a:buSzPct val="85000"/>
              <a:buFont typeface="Brush Script MT" panose="03060802040406070304" pitchFamily="66" charset="-122"/>
              <a:buChar char="O"/>
              <a:defRPr sz="2000">
                <a:solidFill>
                  <a:schemeClr val="tx1"/>
                </a:solidFill>
                <a:latin typeface="Franklin Gothic Book" panose="020B0503020102020204" pitchFamily="34" charset="0"/>
              </a:defRPr>
            </a:lvl3pPr>
            <a:lvl4pPr marL="1600200" indent="-228600" defTabSz="457200">
              <a:spcBef>
                <a:spcPct val="20000"/>
              </a:spcBef>
              <a:buClr>
                <a:schemeClr val="accent2"/>
              </a:buClr>
              <a:buSzPct val="85000"/>
              <a:buFont typeface="Brush Script MT" panose="03060802040406070304" pitchFamily="66" charset="-122"/>
              <a:buChar char="O"/>
              <a:defRPr>
                <a:solidFill>
                  <a:schemeClr val="tx1"/>
                </a:solidFill>
                <a:latin typeface="Franklin Gothic Book" panose="020B0503020102020204" pitchFamily="34" charset="0"/>
              </a:defRPr>
            </a:lvl4pPr>
            <a:lvl5pPr marL="2057400" indent="-228600" defTabSz="457200">
              <a:spcBef>
                <a:spcPct val="20000"/>
              </a:spcBef>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5pPr>
            <a:lvl6pPr marL="25146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6pPr>
            <a:lvl7pPr marL="29718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7pPr>
            <a:lvl8pPr marL="34290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8pPr>
            <a:lvl9pPr marL="38862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9pPr>
          </a:lstStyle>
          <a:p>
            <a:pPr eaLnBrk="1" hangingPunct="1">
              <a:spcBef>
                <a:spcPct val="0"/>
              </a:spcBef>
              <a:buClrTx/>
              <a:buSzTx/>
              <a:buFontTx/>
              <a:buNone/>
            </a:pPr>
            <a:r>
              <a:rPr lang="en-US" altLang="en-US" sz="1000">
                <a:latin typeface="Times New Roman" panose="02020603050405020304" pitchFamily="18" charset="0"/>
                <a:ea typeface="MS PGothic" panose="020B0600070205080204" pitchFamily="34" charset="-128"/>
                <a:cs typeface="Arial" panose="020B0604020202020204" pitchFamily="34" charset="0"/>
              </a:rPr>
              <a:t>8-</a:t>
            </a:r>
            <a:fld id="{492CAC8E-16FB-DA40-AD89-6EC479FBCF40}" type="slidenum">
              <a:rPr lang="en-US" altLang="en-US" sz="1000">
                <a:latin typeface="Times New Roman" panose="02020603050405020304" pitchFamily="18" charset="0"/>
                <a:ea typeface="MS PGothic" panose="020B0600070205080204" pitchFamily="34" charset="-128"/>
                <a:cs typeface="Arial" panose="020B0604020202020204" pitchFamily="34" charset="0"/>
              </a:rPr>
              <a:pPr eaLnBrk="1" hangingPunct="1">
                <a:spcBef>
                  <a:spcPct val="0"/>
                </a:spcBef>
                <a:buClrTx/>
                <a:buSzTx/>
                <a:buFontTx/>
                <a:buNone/>
              </a:pPr>
              <a:t>1</a:t>
            </a:fld>
            <a:endParaRPr lang="en-US" altLang="en-US" sz="1000">
              <a:latin typeface="Times New Roman" panose="02020603050405020304" pitchFamily="18" charset="0"/>
              <a:ea typeface="MS PGothic" panose="020B0600070205080204" pitchFamily="34" charset="-128"/>
              <a:cs typeface="Arial" panose="020B0604020202020204" pitchFamily="34" charset="0"/>
            </a:endParaRPr>
          </a:p>
        </p:txBody>
      </p:sp>
      <p:sp>
        <p:nvSpPr>
          <p:cNvPr id="13316" name="Title 2">
            <a:extLst>
              <a:ext uri="{FF2B5EF4-FFF2-40B4-BE49-F238E27FC236}">
                <a16:creationId xmlns:a16="http://schemas.microsoft.com/office/drawing/2014/main" id="{3456D671-E579-F456-0EFF-D331A12A8099}"/>
              </a:ext>
            </a:extLst>
          </p:cNvPr>
          <p:cNvSpPr>
            <a:spLocks noGrp="1"/>
          </p:cNvSpPr>
          <p:nvPr>
            <p:ph type="ctrTitle"/>
          </p:nvPr>
        </p:nvSpPr>
        <p:spPr>
          <a:xfrm>
            <a:off x="1727200" y="1795463"/>
            <a:ext cx="5722938" cy="1827212"/>
          </a:xfrm>
        </p:spPr>
        <p:txBody>
          <a:body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a:extLst>
              <a:ext uri="{FF2B5EF4-FFF2-40B4-BE49-F238E27FC236}">
                <a16:creationId xmlns:a16="http://schemas.microsoft.com/office/drawing/2014/main" id="{D755D897-BE06-0FA4-642E-45C3474CBB5C}"/>
              </a:ext>
            </a:extLst>
          </p:cNvPr>
          <p:cNvSpPr>
            <a:spLocks noGrp="1"/>
          </p:cNvSpPr>
          <p:nvPr>
            <p:ph type="title"/>
          </p:nvPr>
        </p:nvSpPr>
        <p:spPr/>
        <p:txBody>
          <a:bodyPr/>
          <a:lstStyle/>
          <a:p>
            <a:pPr eaLnBrk="1" hangingPunct="1"/>
            <a:r>
              <a:rPr lang="en-US" altLang="en-US" sz="3600" b="1">
                <a:solidFill>
                  <a:srgbClr val="C00000"/>
                </a:solidFill>
              </a:rPr>
              <a:t>LEARNING OUTCOMES</a:t>
            </a:r>
          </a:p>
        </p:txBody>
      </p:sp>
      <p:sp>
        <p:nvSpPr>
          <p:cNvPr id="15363" name="Rectangle 3">
            <a:extLst>
              <a:ext uri="{FF2B5EF4-FFF2-40B4-BE49-F238E27FC236}">
                <a16:creationId xmlns:a16="http://schemas.microsoft.com/office/drawing/2014/main" id="{7B8C553C-537C-8523-2BDE-F5FE8FA941CD}"/>
              </a:ext>
            </a:extLst>
          </p:cNvPr>
          <p:cNvSpPr>
            <a:spLocks noGrp="1"/>
          </p:cNvSpPr>
          <p:nvPr>
            <p:ph idx="1"/>
          </p:nvPr>
        </p:nvSpPr>
        <p:spPr>
          <a:xfrm>
            <a:off x="990600" y="2119313"/>
            <a:ext cx="7239000" cy="4052887"/>
          </a:xfrm>
        </p:spPr>
        <p:txBody>
          <a:bodyPr/>
          <a:lstStyle/>
          <a:p>
            <a:pPr marL="823913" lvl="1" indent="-457200" eaLnBrk="1" hangingPunct="1">
              <a:buFont typeface="Constantia" panose="02030602050306030303" pitchFamily="18" charset="0"/>
              <a:buAutoNum type="arabicPeriod"/>
            </a:pPr>
            <a:r>
              <a:rPr lang="en-US" altLang="en-US" sz="2400" dirty="0"/>
              <a:t>Explain the relationship between Business Intelligence and a Data Warehouse</a:t>
            </a:r>
          </a:p>
          <a:p>
            <a:pPr marL="823913" lvl="1" indent="-457200" eaLnBrk="1" hangingPunct="1">
              <a:buFont typeface="Constantia" panose="02030602050306030303" pitchFamily="18" charset="0"/>
              <a:buAutoNum type="arabicPeriod"/>
            </a:pPr>
            <a:r>
              <a:rPr lang="en-US" altLang="en-US" sz="2400" dirty="0"/>
              <a:t>Data multi-dimensionality </a:t>
            </a:r>
          </a:p>
          <a:p>
            <a:pPr marL="823913" lvl="1" indent="-457200" eaLnBrk="1" hangingPunct="1">
              <a:buFont typeface="Constantia" panose="02030602050306030303" pitchFamily="18" charset="0"/>
              <a:buAutoNum type="arabicPeriod"/>
            </a:pPr>
            <a:r>
              <a:rPr lang="en-US" altLang="en-US" sz="2400" dirty="0"/>
              <a:t>Steps in BI</a:t>
            </a:r>
          </a:p>
          <a:p>
            <a:pPr marL="0" indent="0" eaLnBrk="1" hangingPunct="1">
              <a:lnSpc>
                <a:spcPct val="90000"/>
              </a:lnSpc>
              <a:buFont typeface="Brush Script MT" panose="03060802040406070304" pitchFamily="66" charset="-122"/>
              <a:buNone/>
            </a:pPr>
            <a:endParaRPr lang="en-US" altLang="en-US" sz="2800" dirty="0">
              <a:solidFill>
                <a:srgbClr val="000000"/>
              </a:solidFill>
              <a:ea typeface="Times New Roman" panose="02020603050405020304" pitchFamily="18" charset="0"/>
              <a:cs typeface="Courier New" panose="02070309020205020404" pitchFamily="49" charset="0"/>
            </a:endParaRPr>
          </a:p>
        </p:txBody>
      </p:sp>
      <p:sp>
        <p:nvSpPr>
          <p:cNvPr id="15364" name="Text Box 10">
            <a:extLst>
              <a:ext uri="{FF2B5EF4-FFF2-40B4-BE49-F238E27FC236}">
                <a16:creationId xmlns:a16="http://schemas.microsoft.com/office/drawing/2014/main" id="{05E3EB85-EFC3-91EF-96BE-902EF278CA1A}"/>
              </a:ext>
            </a:extLst>
          </p:cNvPr>
          <p:cNvSpPr txBox="1">
            <a:spLocks noChangeArrowheads="1"/>
          </p:cNvSpPr>
          <p:nvPr/>
        </p:nvSpPr>
        <p:spPr bwMode="auto">
          <a:xfrm>
            <a:off x="7848600" y="5943600"/>
            <a:ext cx="457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accent2"/>
              </a:buClr>
              <a:buSzPct val="85000"/>
              <a:buFont typeface="Brush Script MT" panose="03060802040406070304" pitchFamily="66" charset="-122"/>
              <a:buChar char="O"/>
              <a:defRPr sz="2400">
                <a:solidFill>
                  <a:schemeClr val="tx1"/>
                </a:solidFill>
                <a:latin typeface="Franklin Gothic Book" panose="020B0503020102020204" pitchFamily="34" charset="0"/>
              </a:defRPr>
            </a:lvl1pPr>
            <a:lvl2pPr marL="742950" indent="-285750" defTabSz="457200">
              <a:spcBef>
                <a:spcPct val="20000"/>
              </a:spcBef>
              <a:buClr>
                <a:schemeClr val="accent2"/>
              </a:buClr>
              <a:buSzPct val="85000"/>
              <a:buFont typeface="Brush Script MT" panose="03060802040406070304" pitchFamily="66" charset="-122"/>
              <a:buChar char="O"/>
              <a:defRPr sz="2200">
                <a:solidFill>
                  <a:schemeClr val="tx1"/>
                </a:solidFill>
                <a:latin typeface="Franklin Gothic Book" panose="020B0503020102020204" pitchFamily="34" charset="0"/>
              </a:defRPr>
            </a:lvl2pPr>
            <a:lvl3pPr marL="1143000" indent="-228600" defTabSz="457200">
              <a:spcBef>
                <a:spcPct val="20000"/>
              </a:spcBef>
              <a:buClr>
                <a:schemeClr val="accent2"/>
              </a:buClr>
              <a:buSzPct val="85000"/>
              <a:buFont typeface="Brush Script MT" panose="03060802040406070304" pitchFamily="66" charset="-122"/>
              <a:buChar char="O"/>
              <a:defRPr sz="2000">
                <a:solidFill>
                  <a:schemeClr val="tx1"/>
                </a:solidFill>
                <a:latin typeface="Franklin Gothic Book" panose="020B0503020102020204" pitchFamily="34" charset="0"/>
              </a:defRPr>
            </a:lvl3pPr>
            <a:lvl4pPr marL="1600200" indent="-228600" defTabSz="457200">
              <a:spcBef>
                <a:spcPct val="20000"/>
              </a:spcBef>
              <a:buClr>
                <a:schemeClr val="accent2"/>
              </a:buClr>
              <a:buSzPct val="85000"/>
              <a:buFont typeface="Brush Script MT" panose="03060802040406070304" pitchFamily="66" charset="-122"/>
              <a:buChar char="O"/>
              <a:defRPr>
                <a:solidFill>
                  <a:schemeClr val="tx1"/>
                </a:solidFill>
                <a:latin typeface="Franklin Gothic Book" panose="020B0503020102020204" pitchFamily="34" charset="0"/>
              </a:defRPr>
            </a:lvl4pPr>
            <a:lvl5pPr marL="2057400" indent="-228600" defTabSz="457200">
              <a:spcBef>
                <a:spcPct val="20000"/>
              </a:spcBef>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5pPr>
            <a:lvl6pPr marL="25146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6pPr>
            <a:lvl7pPr marL="29718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7pPr>
            <a:lvl8pPr marL="34290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8pPr>
            <a:lvl9pPr marL="38862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9pPr>
          </a:lstStyle>
          <a:p>
            <a:pPr eaLnBrk="1" hangingPunct="1">
              <a:spcBef>
                <a:spcPct val="0"/>
              </a:spcBef>
              <a:buClrTx/>
              <a:buSzTx/>
              <a:buFontTx/>
              <a:buNone/>
            </a:pPr>
            <a:r>
              <a:rPr lang="en-US" altLang="en-US" sz="1000">
                <a:latin typeface="Times New Roman" panose="02020603050405020304" pitchFamily="18" charset="0"/>
                <a:ea typeface="MS PGothic" panose="020B0600070205080204" pitchFamily="34" charset="-128"/>
                <a:cs typeface="Arial" panose="020B0604020202020204" pitchFamily="34" charset="0"/>
              </a:rPr>
              <a:t>8-</a:t>
            </a:r>
            <a:fld id="{D910487E-3A63-AE4B-AE4F-1F26A4C9155D}" type="slidenum">
              <a:rPr lang="en-US" altLang="en-US" sz="1000">
                <a:latin typeface="Times New Roman" panose="02020603050405020304" pitchFamily="18" charset="0"/>
                <a:ea typeface="MS PGothic" panose="020B0600070205080204" pitchFamily="34" charset="-128"/>
                <a:cs typeface="Arial" panose="020B0604020202020204" pitchFamily="34" charset="0"/>
              </a:rPr>
              <a:pPr eaLnBrk="1" hangingPunct="1">
                <a:spcBef>
                  <a:spcPct val="0"/>
                </a:spcBef>
                <a:buClrTx/>
                <a:buSzTx/>
                <a:buFontTx/>
                <a:buNone/>
              </a:pPr>
              <a:t>2</a:t>
            </a:fld>
            <a:endParaRPr lang="en-US" altLang="en-US" sz="1000">
              <a:latin typeface="Times New Roman" panose="02020603050405020304" pitchFamily="18" charset="0"/>
              <a:ea typeface="MS PGothic" panose="020B0600070205080204" pitchFamily="34" charset="-128"/>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Paige Baltzan\AppData\Local\Microsoft\Windows\Temporary Internet Files\Content.IE5\8ONFY60X\MC900234432[1].wmf">
            <a:extLst>
              <a:ext uri="{FF2B5EF4-FFF2-40B4-BE49-F238E27FC236}">
                <a16:creationId xmlns:a16="http://schemas.microsoft.com/office/drawing/2014/main" id="{7E947529-6F23-9635-745D-C8AA15DA7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5175" y="2133600"/>
            <a:ext cx="23812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a:extLst>
              <a:ext uri="{FF2B5EF4-FFF2-40B4-BE49-F238E27FC236}">
                <a16:creationId xmlns:a16="http://schemas.microsoft.com/office/drawing/2014/main" id="{B49541EB-B3B0-31B3-38FA-BDE174C528EA}"/>
              </a:ext>
            </a:extLst>
          </p:cNvPr>
          <p:cNvSpPr>
            <a:spLocks noGrp="1"/>
          </p:cNvSpPr>
          <p:nvPr>
            <p:ph type="title"/>
          </p:nvPr>
        </p:nvSpPr>
        <p:spPr>
          <a:xfrm>
            <a:off x="990600" y="474663"/>
            <a:ext cx="6964363" cy="592137"/>
          </a:xfrm>
        </p:spPr>
        <p:txBody>
          <a:bodyPr/>
          <a:lstStyle/>
          <a:p>
            <a:pPr eaLnBrk="1" hangingPunct="1"/>
            <a:r>
              <a:rPr lang="en-US" altLang="en-US" sz="3600" b="1">
                <a:solidFill>
                  <a:srgbClr val="C00000"/>
                </a:solidFill>
              </a:rPr>
              <a:t>Data Warehouse Fundamentals</a:t>
            </a:r>
          </a:p>
        </p:txBody>
      </p:sp>
      <p:sp>
        <p:nvSpPr>
          <p:cNvPr id="17412" name="Rectangle 3">
            <a:extLst>
              <a:ext uri="{FF2B5EF4-FFF2-40B4-BE49-F238E27FC236}">
                <a16:creationId xmlns:a16="http://schemas.microsoft.com/office/drawing/2014/main" id="{CEC81CFE-30EB-A66D-DFD9-BD26BB5172BF}"/>
              </a:ext>
            </a:extLst>
          </p:cNvPr>
          <p:cNvSpPr>
            <a:spLocks noGrp="1"/>
          </p:cNvSpPr>
          <p:nvPr>
            <p:ph type="body" idx="1"/>
          </p:nvPr>
        </p:nvSpPr>
        <p:spPr>
          <a:xfrm>
            <a:off x="990600" y="1447800"/>
            <a:ext cx="6629400" cy="4953000"/>
          </a:xfrm>
        </p:spPr>
        <p:txBody>
          <a:bodyPr/>
          <a:lstStyle/>
          <a:p>
            <a:pPr eaLnBrk="1" hangingPunct="1">
              <a:spcAft>
                <a:spcPts val="600"/>
              </a:spcAft>
            </a:pPr>
            <a:r>
              <a:rPr lang="en-US" altLang="en-US" sz="2700" b="1" i="1" dirty="0"/>
              <a:t>Data warehouse </a:t>
            </a:r>
            <a:r>
              <a:rPr lang="en-US" altLang="en-US" sz="2700" dirty="0"/>
              <a:t>– a logical collection of information – </a:t>
            </a:r>
            <a:r>
              <a:rPr lang="en-US" altLang="en-US" sz="2700" dirty="0">
                <a:solidFill>
                  <a:srgbClr val="0070C0"/>
                </a:solidFill>
              </a:rPr>
              <a:t>gathered from many different operational databases </a:t>
            </a:r>
            <a:r>
              <a:rPr lang="en-US" altLang="en-US" sz="2700" dirty="0"/>
              <a:t>– that supports business analysis activities and decision-making tasks</a:t>
            </a:r>
          </a:p>
          <a:p>
            <a:pPr eaLnBrk="1" hangingPunct="1">
              <a:spcAft>
                <a:spcPts val="600"/>
              </a:spcAft>
            </a:pPr>
            <a:endParaRPr lang="en-US" altLang="en-US" sz="2700" dirty="0"/>
          </a:p>
        </p:txBody>
      </p:sp>
      <p:sp>
        <p:nvSpPr>
          <p:cNvPr id="17413" name="Text Box 10">
            <a:extLst>
              <a:ext uri="{FF2B5EF4-FFF2-40B4-BE49-F238E27FC236}">
                <a16:creationId xmlns:a16="http://schemas.microsoft.com/office/drawing/2014/main" id="{CF1EA82F-9992-17DC-CBA3-AE8495F77F4F}"/>
              </a:ext>
            </a:extLst>
          </p:cNvPr>
          <p:cNvSpPr txBox="1">
            <a:spLocks noChangeArrowheads="1"/>
          </p:cNvSpPr>
          <p:nvPr/>
        </p:nvSpPr>
        <p:spPr bwMode="auto">
          <a:xfrm>
            <a:off x="7848600" y="5943600"/>
            <a:ext cx="457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accent2"/>
              </a:buClr>
              <a:buSzPct val="85000"/>
              <a:buFont typeface="Brush Script MT" panose="03060802040406070304" pitchFamily="66" charset="-122"/>
              <a:buChar char="O"/>
              <a:defRPr sz="2400">
                <a:solidFill>
                  <a:schemeClr val="tx1"/>
                </a:solidFill>
                <a:latin typeface="Franklin Gothic Book" panose="020B0503020102020204" pitchFamily="34" charset="0"/>
              </a:defRPr>
            </a:lvl1pPr>
            <a:lvl2pPr marL="742950" indent="-285750" defTabSz="457200">
              <a:spcBef>
                <a:spcPct val="20000"/>
              </a:spcBef>
              <a:buClr>
                <a:schemeClr val="accent2"/>
              </a:buClr>
              <a:buSzPct val="85000"/>
              <a:buFont typeface="Brush Script MT" panose="03060802040406070304" pitchFamily="66" charset="-122"/>
              <a:buChar char="O"/>
              <a:defRPr sz="2200">
                <a:solidFill>
                  <a:schemeClr val="tx1"/>
                </a:solidFill>
                <a:latin typeface="Franklin Gothic Book" panose="020B0503020102020204" pitchFamily="34" charset="0"/>
              </a:defRPr>
            </a:lvl2pPr>
            <a:lvl3pPr marL="1143000" indent="-228600" defTabSz="457200">
              <a:spcBef>
                <a:spcPct val="20000"/>
              </a:spcBef>
              <a:buClr>
                <a:schemeClr val="accent2"/>
              </a:buClr>
              <a:buSzPct val="85000"/>
              <a:buFont typeface="Brush Script MT" panose="03060802040406070304" pitchFamily="66" charset="-122"/>
              <a:buChar char="O"/>
              <a:defRPr sz="2000">
                <a:solidFill>
                  <a:schemeClr val="tx1"/>
                </a:solidFill>
                <a:latin typeface="Franklin Gothic Book" panose="020B0503020102020204" pitchFamily="34" charset="0"/>
              </a:defRPr>
            </a:lvl3pPr>
            <a:lvl4pPr marL="1600200" indent="-228600" defTabSz="457200">
              <a:spcBef>
                <a:spcPct val="20000"/>
              </a:spcBef>
              <a:buClr>
                <a:schemeClr val="accent2"/>
              </a:buClr>
              <a:buSzPct val="85000"/>
              <a:buFont typeface="Brush Script MT" panose="03060802040406070304" pitchFamily="66" charset="-122"/>
              <a:buChar char="O"/>
              <a:defRPr>
                <a:solidFill>
                  <a:schemeClr val="tx1"/>
                </a:solidFill>
                <a:latin typeface="Franklin Gothic Book" panose="020B0503020102020204" pitchFamily="34" charset="0"/>
              </a:defRPr>
            </a:lvl4pPr>
            <a:lvl5pPr marL="2057400" indent="-228600" defTabSz="457200">
              <a:spcBef>
                <a:spcPct val="20000"/>
              </a:spcBef>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5pPr>
            <a:lvl6pPr marL="25146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6pPr>
            <a:lvl7pPr marL="29718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7pPr>
            <a:lvl8pPr marL="34290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8pPr>
            <a:lvl9pPr marL="38862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9pPr>
          </a:lstStyle>
          <a:p>
            <a:pPr eaLnBrk="1" hangingPunct="1">
              <a:spcBef>
                <a:spcPct val="0"/>
              </a:spcBef>
              <a:buClrTx/>
              <a:buSzTx/>
              <a:buFontTx/>
              <a:buNone/>
            </a:pPr>
            <a:r>
              <a:rPr lang="en-US" altLang="en-US" sz="1000">
                <a:latin typeface="Times New Roman" panose="02020603050405020304" pitchFamily="18" charset="0"/>
                <a:ea typeface="MS PGothic" panose="020B0600070205080204" pitchFamily="34" charset="-128"/>
                <a:cs typeface="Arial" panose="020B0604020202020204" pitchFamily="34" charset="0"/>
              </a:rPr>
              <a:t>8-</a:t>
            </a:r>
            <a:fld id="{95F4621E-CA31-EA4B-B0CD-758F5C202EAC}" type="slidenum">
              <a:rPr lang="en-US" altLang="en-US" sz="1000">
                <a:latin typeface="Times New Roman" panose="02020603050405020304" pitchFamily="18" charset="0"/>
                <a:ea typeface="MS PGothic" panose="020B0600070205080204" pitchFamily="34" charset="-128"/>
                <a:cs typeface="Arial" panose="020B0604020202020204" pitchFamily="34" charset="0"/>
              </a:rPr>
              <a:pPr eaLnBrk="1" hangingPunct="1">
                <a:spcBef>
                  <a:spcPct val="0"/>
                </a:spcBef>
                <a:buClrTx/>
                <a:buSzTx/>
                <a:buFontTx/>
                <a:buNone/>
              </a:pPr>
              <a:t>3</a:t>
            </a:fld>
            <a:endParaRPr lang="en-US" altLang="en-US" sz="1000">
              <a:latin typeface="Times New Roman" panose="02020603050405020304" pitchFamily="18" charset="0"/>
              <a:ea typeface="MS PGothic" panose="020B0600070205080204" pitchFamily="34" charset="-128"/>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D7A48D5-F4F2-431B-9ED4-BEE30DC9BE68}"/>
              </a:ext>
            </a:extLst>
          </p:cNvPr>
          <p:cNvSpPr>
            <a:spLocks noGrp="1" noChangeArrowheads="1"/>
          </p:cNvSpPr>
          <p:nvPr>
            <p:ph type="title"/>
          </p:nvPr>
        </p:nvSpPr>
        <p:spPr>
          <a:xfrm>
            <a:off x="750887" y="60434"/>
            <a:ext cx="8636001" cy="1112837"/>
          </a:xfrm>
        </p:spPr>
        <p:txBody>
          <a:bodyPr/>
          <a:lstStyle/>
          <a:p>
            <a:pPr eaLnBrk="1" hangingPunct="1">
              <a:defRPr/>
            </a:pPr>
            <a:r>
              <a:rPr lang="en-US" altLang="en-US" dirty="0"/>
              <a:t>Data Integration and the Extraction, Transformation, and Load (ETL) Process</a:t>
            </a:r>
          </a:p>
        </p:txBody>
      </p:sp>
      <p:pic>
        <p:nvPicPr>
          <p:cNvPr id="21507" name="Picture 6">
            <a:extLst>
              <a:ext uri="{FF2B5EF4-FFF2-40B4-BE49-F238E27FC236}">
                <a16:creationId xmlns:a16="http://schemas.microsoft.com/office/drawing/2014/main" id="{9CD7BA6A-7BE3-4BD2-A4C4-A3A1C86F05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013" y="1655763"/>
            <a:ext cx="8305800" cy="358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4">
            <a:extLst>
              <a:ext uri="{FF2B5EF4-FFF2-40B4-BE49-F238E27FC236}">
                <a16:creationId xmlns:a16="http://schemas.microsoft.com/office/drawing/2014/main" id="{6793FDA5-2B51-0B4C-837F-2254B45C0426}"/>
              </a:ext>
            </a:extLst>
          </p:cNvPr>
          <p:cNvSpPr>
            <a:spLocks noChangeArrowheads="1"/>
          </p:cNvSpPr>
          <p:nvPr/>
        </p:nvSpPr>
        <p:spPr bwMode="auto">
          <a:xfrm>
            <a:off x="3352800" y="4591050"/>
            <a:ext cx="441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folHlink"/>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folHlink"/>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folHlink"/>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folHlink"/>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9pPr>
          </a:lstStyle>
          <a:p>
            <a:pPr eaLnBrk="1" hangingPunct="1">
              <a:spcBef>
                <a:spcPct val="0"/>
              </a:spcBef>
              <a:buClrTx/>
              <a:buSzTx/>
              <a:buFontTx/>
              <a:buNone/>
            </a:pPr>
            <a:r>
              <a:rPr lang="en-US" altLang="en-US" sz="1200" b="1">
                <a:solidFill>
                  <a:srgbClr val="000000"/>
                </a:solidFill>
                <a:latin typeface="Arial" panose="020B0604020202020204" pitchFamily="34" charset="0"/>
                <a:ea typeface="ヒラギノ角ゴ ProN W3"/>
                <a:cs typeface="ヒラギノ角ゴ ProN W3"/>
                <a:sym typeface="Arial" panose="020B0604020202020204" pitchFamily="34" charset="0"/>
                <a:hlinkClick r:id="rId4"/>
              </a:rPr>
              <a:t>https://www.dummies.com/programming/big-data/engineering/six-vendors-with-middleware-products-for-data-warehousing/</a:t>
            </a:r>
            <a:r>
              <a:rPr lang="en-US" altLang="en-US" sz="1200" b="1">
                <a:solidFill>
                  <a:srgbClr val="000000"/>
                </a:solidFill>
                <a:latin typeface="Arial" panose="020B0604020202020204" pitchFamily="34" charset="0"/>
                <a:ea typeface="ヒラギノ角ゴ ProN W3"/>
                <a:cs typeface="ヒラギノ角ゴ ProN W3"/>
                <a:sym typeface="Arial" panose="020B0604020202020204" pitchFamily="34" charset="0"/>
              </a:rPr>
              <a:t> </a:t>
            </a:r>
          </a:p>
        </p:txBody>
      </p:sp>
      <p:sp>
        <p:nvSpPr>
          <p:cNvPr id="21509" name="Content Placeholder 2">
            <a:extLst>
              <a:ext uri="{FF2B5EF4-FFF2-40B4-BE49-F238E27FC236}">
                <a16:creationId xmlns:a16="http://schemas.microsoft.com/office/drawing/2014/main" id="{F346F45C-48E0-8CBF-02DD-ED54CBB8365C}"/>
              </a:ext>
            </a:extLst>
          </p:cNvPr>
          <p:cNvSpPr>
            <a:spLocks noGrp="1" noChangeArrowheads="1"/>
          </p:cNvSpPr>
          <p:nvPr>
            <p:ph idx="1"/>
          </p:nvPr>
        </p:nvSpPr>
        <p:spPr/>
        <p:txBody>
          <a:bodyPr/>
          <a:lstStyle/>
          <a:p>
            <a:endParaRPr lang="en-US" alt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1E152D9-9A74-74E3-B7C4-8D3ECFBD57B9}"/>
              </a:ext>
            </a:extLst>
          </p:cNvPr>
          <p:cNvSpPr>
            <a:spLocks noGrp="1"/>
          </p:cNvSpPr>
          <p:nvPr>
            <p:ph type="title"/>
          </p:nvPr>
        </p:nvSpPr>
        <p:spPr>
          <a:xfrm>
            <a:off x="1066800" y="457200"/>
            <a:ext cx="6964363" cy="1201738"/>
          </a:xfrm>
        </p:spPr>
        <p:txBody>
          <a:bodyPr/>
          <a:lstStyle/>
          <a:p>
            <a:pPr eaLnBrk="1" hangingPunct="1"/>
            <a:r>
              <a:rPr lang="en-US" altLang="en-US" sz="3600" b="1">
                <a:solidFill>
                  <a:srgbClr val="C00000"/>
                </a:solidFill>
              </a:rPr>
              <a:t>Multidimensional Analysis </a:t>
            </a:r>
            <a:br>
              <a:rPr lang="en-US" altLang="en-US" sz="3600" b="1">
                <a:solidFill>
                  <a:srgbClr val="C00000"/>
                </a:solidFill>
              </a:rPr>
            </a:br>
            <a:r>
              <a:rPr lang="en-US" altLang="en-US" sz="3600" b="1">
                <a:solidFill>
                  <a:srgbClr val="C00000"/>
                </a:solidFill>
              </a:rPr>
              <a:t>and Business Intelligence</a:t>
            </a:r>
          </a:p>
        </p:txBody>
      </p:sp>
      <p:sp>
        <p:nvSpPr>
          <p:cNvPr id="35843" name="Rectangle 3">
            <a:extLst>
              <a:ext uri="{FF2B5EF4-FFF2-40B4-BE49-F238E27FC236}">
                <a16:creationId xmlns:a16="http://schemas.microsoft.com/office/drawing/2014/main" id="{502339F3-3736-0D55-D2ED-9AFD22D46017}"/>
              </a:ext>
            </a:extLst>
          </p:cNvPr>
          <p:cNvSpPr>
            <a:spLocks noGrp="1"/>
          </p:cNvSpPr>
          <p:nvPr>
            <p:ph type="body" idx="1"/>
          </p:nvPr>
        </p:nvSpPr>
        <p:spPr>
          <a:xfrm>
            <a:off x="762000" y="1828800"/>
            <a:ext cx="6400800" cy="4419600"/>
          </a:xfrm>
        </p:spPr>
        <p:txBody>
          <a:bodyPr/>
          <a:lstStyle/>
          <a:p>
            <a:pPr eaLnBrk="1" hangingPunct="1"/>
            <a:r>
              <a:rPr lang="en-US" altLang="en-US" dirty="0"/>
              <a:t>Databases contain information in a series of two-dimensional tables</a:t>
            </a:r>
          </a:p>
          <a:p>
            <a:pPr eaLnBrk="1" hangingPunct="1"/>
            <a:r>
              <a:rPr lang="en-US" altLang="en-US" i="1" dirty="0">
                <a:solidFill>
                  <a:schemeClr val="bg2">
                    <a:lumMod val="50000"/>
                  </a:schemeClr>
                </a:solidFill>
              </a:rPr>
              <a:t>In a Business Intelligence, data is multidimensional:</a:t>
            </a:r>
          </a:p>
          <a:p>
            <a:pPr lvl="1" eaLnBrk="1" hangingPunct="1"/>
            <a:r>
              <a:rPr lang="en-US" altLang="en-US" dirty="0"/>
              <a:t>It contains layers of columns and rows</a:t>
            </a:r>
          </a:p>
          <a:p>
            <a:pPr lvl="1" eaLnBrk="1" hangingPunct="1"/>
            <a:r>
              <a:rPr lang="en-US" altLang="en-US" dirty="0"/>
              <a:t>Dimension – a particular attribute of information</a:t>
            </a:r>
          </a:p>
          <a:p>
            <a:pPr lvl="1" eaLnBrk="1" hangingPunct="1">
              <a:buFont typeface="Arial" panose="020B0604020202020204" pitchFamily="34" charset="0"/>
              <a:buNone/>
            </a:pPr>
            <a:endParaRPr lang="en-US" altLang="en-US" dirty="0"/>
          </a:p>
        </p:txBody>
      </p:sp>
      <p:pic>
        <p:nvPicPr>
          <p:cNvPr id="35844" name="Picture 2" descr="C:\Users\Paige Baltzan\AppData\Local\Microsoft\Windows\Temporary Internet Files\Content.IE5\8ONFY60X\MC900281002[1].wmf">
            <a:extLst>
              <a:ext uri="{FF2B5EF4-FFF2-40B4-BE49-F238E27FC236}">
                <a16:creationId xmlns:a16="http://schemas.microsoft.com/office/drawing/2014/main" id="{FC4B9A60-1B9F-5940-CD5E-932593C9DF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700" y="2308225"/>
            <a:ext cx="2362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 Box 10">
            <a:extLst>
              <a:ext uri="{FF2B5EF4-FFF2-40B4-BE49-F238E27FC236}">
                <a16:creationId xmlns:a16="http://schemas.microsoft.com/office/drawing/2014/main" id="{32DA6A37-BDFA-5F23-C9D8-1D09FA023461}"/>
              </a:ext>
            </a:extLst>
          </p:cNvPr>
          <p:cNvSpPr txBox="1">
            <a:spLocks noChangeArrowheads="1"/>
          </p:cNvSpPr>
          <p:nvPr/>
        </p:nvSpPr>
        <p:spPr bwMode="auto">
          <a:xfrm>
            <a:off x="7848600" y="5943600"/>
            <a:ext cx="457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accent2"/>
              </a:buClr>
              <a:buSzPct val="85000"/>
              <a:buFont typeface="Brush Script MT" panose="03060802040406070304" pitchFamily="66" charset="-122"/>
              <a:buChar char="O"/>
              <a:defRPr sz="2400">
                <a:solidFill>
                  <a:schemeClr val="tx1"/>
                </a:solidFill>
                <a:latin typeface="Franklin Gothic Book" panose="020B0503020102020204" pitchFamily="34" charset="0"/>
              </a:defRPr>
            </a:lvl1pPr>
            <a:lvl2pPr marL="742950" indent="-285750" defTabSz="457200">
              <a:spcBef>
                <a:spcPct val="20000"/>
              </a:spcBef>
              <a:buClr>
                <a:schemeClr val="accent2"/>
              </a:buClr>
              <a:buSzPct val="85000"/>
              <a:buFont typeface="Brush Script MT" panose="03060802040406070304" pitchFamily="66" charset="-122"/>
              <a:buChar char="O"/>
              <a:defRPr sz="2200">
                <a:solidFill>
                  <a:schemeClr val="tx1"/>
                </a:solidFill>
                <a:latin typeface="Franklin Gothic Book" panose="020B0503020102020204" pitchFamily="34" charset="0"/>
              </a:defRPr>
            </a:lvl2pPr>
            <a:lvl3pPr marL="1143000" indent="-228600" defTabSz="457200">
              <a:spcBef>
                <a:spcPct val="20000"/>
              </a:spcBef>
              <a:buClr>
                <a:schemeClr val="accent2"/>
              </a:buClr>
              <a:buSzPct val="85000"/>
              <a:buFont typeface="Brush Script MT" panose="03060802040406070304" pitchFamily="66" charset="-122"/>
              <a:buChar char="O"/>
              <a:defRPr sz="2000">
                <a:solidFill>
                  <a:schemeClr val="tx1"/>
                </a:solidFill>
                <a:latin typeface="Franklin Gothic Book" panose="020B0503020102020204" pitchFamily="34" charset="0"/>
              </a:defRPr>
            </a:lvl3pPr>
            <a:lvl4pPr marL="1600200" indent="-228600" defTabSz="457200">
              <a:spcBef>
                <a:spcPct val="20000"/>
              </a:spcBef>
              <a:buClr>
                <a:schemeClr val="accent2"/>
              </a:buClr>
              <a:buSzPct val="85000"/>
              <a:buFont typeface="Brush Script MT" panose="03060802040406070304" pitchFamily="66" charset="-122"/>
              <a:buChar char="O"/>
              <a:defRPr>
                <a:solidFill>
                  <a:schemeClr val="tx1"/>
                </a:solidFill>
                <a:latin typeface="Franklin Gothic Book" panose="020B0503020102020204" pitchFamily="34" charset="0"/>
              </a:defRPr>
            </a:lvl4pPr>
            <a:lvl5pPr marL="2057400" indent="-228600" defTabSz="457200">
              <a:spcBef>
                <a:spcPct val="20000"/>
              </a:spcBef>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5pPr>
            <a:lvl6pPr marL="25146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6pPr>
            <a:lvl7pPr marL="29718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7pPr>
            <a:lvl8pPr marL="34290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8pPr>
            <a:lvl9pPr marL="3886200" indent="-228600" defTabSz="457200" eaLnBrk="0" fontAlgn="base" hangingPunct="0">
              <a:spcBef>
                <a:spcPct val="20000"/>
              </a:spcBef>
              <a:spcAft>
                <a:spcPct val="0"/>
              </a:spcAft>
              <a:buClr>
                <a:schemeClr val="accent2"/>
              </a:buClr>
              <a:buSzPct val="85000"/>
              <a:buFont typeface="Brush Script MT" panose="03060802040406070304" pitchFamily="66" charset="-122"/>
              <a:buChar char="O"/>
              <a:defRPr sz="1600">
                <a:solidFill>
                  <a:schemeClr val="tx1"/>
                </a:solidFill>
                <a:latin typeface="Franklin Gothic Book" panose="020B0503020102020204" pitchFamily="34" charset="0"/>
              </a:defRPr>
            </a:lvl9pPr>
          </a:lstStyle>
          <a:p>
            <a:pPr eaLnBrk="1" hangingPunct="1">
              <a:spcBef>
                <a:spcPct val="0"/>
              </a:spcBef>
              <a:buClrTx/>
              <a:buSzTx/>
              <a:buFontTx/>
              <a:buNone/>
            </a:pPr>
            <a:r>
              <a:rPr lang="en-US" altLang="en-US" sz="1000">
                <a:latin typeface="Times New Roman" panose="02020603050405020304" pitchFamily="18" charset="0"/>
                <a:ea typeface="MS PGothic" panose="020B0600070205080204" pitchFamily="34" charset="-128"/>
                <a:cs typeface="Arial" panose="020B0604020202020204" pitchFamily="34" charset="0"/>
              </a:rPr>
              <a:t>8-</a:t>
            </a:r>
            <a:fld id="{FC2A9DD9-4ACD-0040-8C2F-236C42676235}" type="slidenum">
              <a:rPr lang="en-US" altLang="en-US" sz="1000">
                <a:latin typeface="Times New Roman" panose="02020603050405020304" pitchFamily="18" charset="0"/>
                <a:ea typeface="MS PGothic" panose="020B0600070205080204" pitchFamily="34" charset="-128"/>
                <a:cs typeface="Arial" panose="020B0604020202020204" pitchFamily="34" charset="0"/>
              </a:rPr>
              <a:pPr eaLnBrk="1" hangingPunct="1">
                <a:spcBef>
                  <a:spcPct val="0"/>
                </a:spcBef>
                <a:buClrTx/>
                <a:buSzTx/>
                <a:buFontTx/>
                <a:buNone/>
              </a:pPr>
              <a:t>5</a:t>
            </a:fld>
            <a:endParaRPr lang="en-US" altLang="en-US" sz="1000">
              <a:latin typeface="Times New Roman" panose="02020603050405020304" pitchFamily="18" charset="0"/>
              <a:ea typeface="MS PGothic" panose="020B0600070205080204" pitchFamily="34" charset="-128"/>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7031696-F546-241C-BF59-E5857742F1DF}"/>
              </a:ext>
            </a:extLst>
          </p:cNvPr>
          <p:cNvSpPr>
            <a:spLocks noGrp="1"/>
          </p:cNvSpPr>
          <p:nvPr>
            <p:ph type="title"/>
          </p:nvPr>
        </p:nvSpPr>
        <p:spPr>
          <a:xfrm>
            <a:off x="457200" y="381000"/>
            <a:ext cx="8229600" cy="774700"/>
          </a:xfrm>
        </p:spPr>
        <p:txBody>
          <a:bodyPr/>
          <a:lstStyle/>
          <a:p>
            <a:r>
              <a:rPr lang="en-US" altLang="en-US">
                <a:solidFill>
                  <a:srgbClr val="FF0000"/>
                </a:solidFill>
              </a:rPr>
              <a:t>Representation of Data in DW</a:t>
            </a:r>
          </a:p>
        </p:txBody>
      </p:sp>
      <p:sp>
        <p:nvSpPr>
          <p:cNvPr id="3" name="Content Placeholder 2">
            <a:extLst>
              <a:ext uri="{FF2B5EF4-FFF2-40B4-BE49-F238E27FC236}">
                <a16:creationId xmlns:a16="http://schemas.microsoft.com/office/drawing/2014/main" id="{EBE67D76-E7C7-4237-A723-A1967C57CF05}"/>
              </a:ext>
            </a:extLst>
          </p:cNvPr>
          <p:cNvSpPr>
            <a:spLocks noGrp="1"/>
          </p:cNvSpPr>
          <p:nvPr>
            <p:ph idx="1"/>
          </p:nvPr>
        </p:nvSpPr>
        <p:spPr>
          <a:xfrm>
            <a:off x="838200" y="1377950"/>
            <a:ext cx="7315200" cy="4876800"/>
          </a:xfrm>
        </p:spPr>
        <p:txBody>
          <a:bodyPr>
            <a:normAutofit/>
          </a:bodyPr>
          <a:lstStyle/>
          <a:p>
            <a:pPr>
              <a:lnSpc>
                <a:spcPct val="110000"/>
              </a:lnSpc>
              <a:spcBef>
                <a:spcPts val="600"/>
              </a:spcBef>
              <a:spcAft>
                <a:spcPts val="600"/>
              </a:spcAft>
              <a:buFont typeface="Brush Script MT" panose="03060802040406070304" pitchFamily="66" charset="0"/>
              <a:buChar char="O"/>
              <a:defRPr/>
            </a:pPr>
            <a:r>
              <a:rPr lang="en-US" sz="2800" dirty="0">
                <a:solidFill>
                  <a:srgbClr val="FF6600"/>
                </a:solidFill>
              </a:rPr>
              <a:t>Dimensional Modeling </a:t>
            </a:r>
          </a:p>
          <a:p>
            <a:pPr lvl="1">
              <a:lnSpc>
                <a:spcPct val="110000"/>
              </a:lnSpc>
              <a:spcBef>
                <a:spcPts val="600"/>
              </a:spcBef>
              <a:spcAft>
                <a:spcPts val="600"/>
              </a:spcAft>
              <a:buFont typeface="Brush Script MT" panose="03060802040406070304" pitchFamily="66" charset="0"/>
              <a:buChar char="O"/>
              <a:defRPr/>
            </a:pPr>
            <a:r>
              <a:rPr lang="en-US" sz="2400" dirty="0"/>
              <a:t>A retrieval-based system that supports high-volume query access</a:t>
            </a:r>
          </a:p>
          <a:p>
            <a:pPr>
              <a:lnSpc>
                <a:spcPct val="110000"/>
              </a:lnSpc>
              <a:spcBef>
                <a:spcPts val="600"/>
              </a:spcBef>
              <a:spcAft>
                <a:spcPts val="600"/>
              </a:spcAft>
              <a:buFont typeface="Brush Script MT" panose="03060802040406070304" pitchFamily="66" charset="0"/>
              <a:buChar char="O"/>
              <a:defRPr/>
            </a:pPr>
            <a:r>
              <a:rPr lang="en-US" sz="2800" dirty="0">
                <a:solidFill>
                  <a:srgbClr val="FF6600"/>
                </a:solidFill>
              </a:rPr>
              <a:t>Star schema (Logical structure)</a:t>
            </a:r>
          </a:p>
          <a:p>
            <a:pPr lvl="1">
              <a:lnSpc>
                <a:spcPct val="110000"/>
              </a:lnSpc>
              <a:spcBef>
                <a:spcPts val="600"/>
              </a:spcBef>
              <a:spcAft>
                <a:spcPts val="600"/>
              </a:spcAft>
              <a:buFont typeface="Brush Script MT" panose="03060802040406070304" pitchFamily="66" charset="0"/>
              <a:buChar char="O"/>
              <a:defRPr/>
            </a:pPr>
            <a:r>
              <a:rPr lang="en-US" sz="2400" dirty="0"/>
              <a:t>The most commonly used and the simplest style of dimensional modeling</a:t>
            </a:r>
          </a:p>
          <a:p>
            <a:pPr lvl="1">
              <a:lnSpc>
                <a:spcPct val="110000"/>
              </a:lnSpc>
              <a:spcBef>
                <a:spcPts val="600"/>
              </a:spcBef>
              <a:spcAft>
                <a:spcPts val="600"/>
              </a:spcAft>
              <a:buFont typeface="Brush Script MT" panose="03060802040406070304" pitchFamily="66" charset="0"/>
              <a:buChar char="O"/>
              <a:defRPr/>
            </a:pPr>
            <a:r>
              <a:rPr lang="en-US" sz="2400" dirty="0"/>
              <a:t>Contain a </a:t>
            </a:r>
            <a:r>
              <a:rPr lang="en-US" sz="2400" dirty="0">
                <a:solidFill>
                  <a:srgbClr val="FF0000"/>
                </a:solidFill>
              </a:rPr>
              <a:t>fact table </a:t>
            </a:r>
            <a:r>
              <a:rPr lang="en-US" sz="2400" dirty="0"/>
              <a:t>surrounded by and connected to several </a:t>
            </a:r>
            <a:r>
              <a:rPr lang="en-US" sz="2400" dirty="0">
                <a:solidFill>
                  <a:srgbClr val="FF0000"/>
                </a:solidFill>
              </a:rPr>
              <a:t>dimension tables</a:t>
            </a:r>
          </a:p>
        </p:txBody>
      </p:sp>
      <p:sp>
        <p:nvSpPr>
          <p:cNvPr id="37892" name="Footer Placeholder 3">
            <a:extLst>
              <a:ext uri="{FF2B5EF4-FFF2-40B4-BE49-F238E27FC236}">
                <a16:creationId xmlns:a16="http://schemas.microsoft.com/office/drawing/2014/main" id="{00E831FC-6775-C1AE-2825-C21A9E2BF7CA}"/>
              </a:ext>
            </a:extLst>
          </p:cNvPr>
          <p:cNvSpPr>
            <a:spLocks noGrp="1"/>
          </p:cNvSpPr>
          <p:nvPr>
            <p:ph type="ftr" sz="quarter" idx="11"/>
          </p:nvPr>
        </p:nvSpPr>
        <p:spPr bwMode="auto">
          <a:xfrm>
            <a:off x="1600200" y="6413500"/>
            <a:ext cx="3810000"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solidFill>
                  <a:schemeClr val="tx2"/>
                </a:solidFill>
                <a:latin typeface="Rage Italic" panose="03070502040507070304" pitchFamily="66" charset="77"/>
              </a:rPr>
              <a:t>Slide 3-</a:t>
            </a:r>
            <a:fld id="{E2D1E93F-1CBC-B84F-8460-0EC16EB30EBE}" type="slidenum">
              <a:rPr lang="en-US" altLang="en-US" smtClean="0">
                <a:solidFill>
                  <a:schemeClr val="tx2"/>
                </a:solidFill>
                <a:latin typeface="Rage Italic" panose="03070502040507070304" pitchFamily="66" charset="77"/>
              </a:rPr>
              <a:pPr algn="ctr"/>
              <a:t>6</a:t>
            </a:fld>
            <a:endParaRPr lang="en-US" altLang="en-US">
              <a:solidFill>
                <a:schemeClr val="tx2"/>
              </a:solidFill>
              <a:latin typeface="Rage Italic" panose="03070502040507070304" pitchFamily="66"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3">
            <a:extLst>
              <a:ext uri="{FF2B5EF4-FFF2-40B4-BE49-F238E27FC236}">
                <a16:creationId xmlns:a16="http://schemas.microsoft.com/office/drawing/2014/main" id="{B5892723-35B1-59CF-E58E-D4A75AEFA1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059" y="2656457"/>
            <a:ext cx="8001000" cy="402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itle 1">
            <a:extLst>
              <a:ext uri="{FF2B5EF4-FFF2-40B4-BE49-F238E27FC236}">
                <a16:creationId xmlns:a16="http://schemas.microsoft.com/office/drawing/2014/main" id="{58BB996E-6B00-1C8D-AF26-239A91B7F70A}"/>
              </a:ext>
            </a:extLst>
          </p:cNvPr>
          <p:cNvSpPr>
            <a:spLocks noGrp="1"/>
          </p:cNvSpPr>
          <p:nvPr>
            <p:ph type="title"/>
          </p:nvPr>
        </p:nvSpPr>
        <p:spPr>
          <a:xfrm>
            <a:off x="457200" y="898256"/>
            <a:ext cx="4953000" cy="533400"/>
          </a:xfrm>
        </p:spPr>
        <p:txBody>
          <a:bodyPr/>
          <a:lstStyle/>
          <a:p>
            <a:r>
              <a:rPr lang="en-US" altLang="en-US" sz="4000" dirty="0">
                <a:solidFill>
                  <a:srgbClr val="FF0000"/>
                </a:solidFill>
              </a:rPr>
              <a:t>Star Schema versus Snowflake Schema</a:t>
            </a:r>
          </a:p>
        </p:txBody>
      </p:sp>
      <p:sp>
        <p:nvSpPr>
          <p:cNvPr id="38916" name="Footer Placeholder 3">
            <a:extLst>
              <a:ext uri="{FF2B5EF4-FFF2-40B4-BE49-F238E27FC236}">
                <a16:creationId xmlns:a16="http://schemas.microsoft.com/office/drawing/2014/main" id="{5010E562-4832-DBFA-E4BA-7F246F07C319}"/>
              </a:ext>
            </a:extLst>
          </p:cNvPr>
          <p:cNvSpPr>
            <a:spLocks noGrp="1"/>
          </p:cNvSpPr>
          <p:nvPr>
            <p:ph type="ftr" sz="quarter" idx="11"/>
          </p:nvPr>
        </p:nvSpPr>
        <p:spPr bwMode="auto">
          <a:xfrm>
            <a:off x="1600200" y="6413500"/>
            <a:ext cx="3810000"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solidFill>
                  <a:schemeClr val="tx2"/>
                </a:solidFill>
                <a:latin typeface="Rage Italic" panose="03070502040507070304" pitchFamily="66" charset="77"/>
              </a:rPr>
              <a:t>Slide 3-</a:t>
            </a:r>
            <a:fld id="{B955F276-3E9D-3C47-AEFC-DBE1A17597A1}" type="slidenum">
              <a:rPr lang="en-US" altLang="en-US" smtClean="0">
                <a:solidFill>
                  <a:schemeClr val="tx2"/>
                </a:solidFill>
                <a:latin typeface="Rage Italic" panose="03070502040507070304" pitchFamily="66" charset="77"/>
              </a:rPr>
              <a:pPr algn="ctr"/>
              <a:t>7</a:t>
            </a:fld>
            <a:endParaRPr lang="en-US" altLang="en-US">
              <a:solidFill>
                <a:schemeClr val="tx2"/>
              </a:solidFill>
              <a:latin typeface="Rage Italic" panose="03070502040507070304" pitchFamily="66" charset="77"/>
            </a:endParaRPr>
          </a:p>
        </p:txBody>
      </p:sp>
      <p:pic>
        <p:nvPicPr>
          <p:cNvPr id="3" name="Picture 2">
            <a:extLst>
              <a:ext uri="{FF2B5EF4-FFF2-40B4-BE49-F238E27FC236}">
                <a16:creationId xmlns:a16="http://schemas.microsoft.com/office/drawing/2014/main" id="{83722475-49F8-4679-E417-4F3894153D61}"/>
              </a:ext>
            </a:extLst>
          </p:cNvPr>
          <p:cNvPicPr>
            <a:picLocks noChangeAspect="1"/>
          </p:cNvPicPr>
          <p:nvPr/>
        </p:nvPicPr>
        <p:blipFill rotWithShape="1">
          <a:blip r:embed="rId3">
            <a:extLst>
              <a:ext uri="{28A0092B-C50C-407E-A947-70E740481C1C}">
                <a14:useLocalDpi xmlns:a14="http://schemas.microsoft.com/office/drawing/2010/main" val="0"/>
              </a:ext>
            </a:extLst>
          </a:blip>
          <a:srcRect r="62744" b="28198"/>
          <a:stretch/>
        </p:blipFill>
        <p:spPr bwMode="auto">
          <a:xfrm>
            <a:off x="6248400" y="0"/>
            <a:ext cx="2842002" cy="302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3"/>
                                        </p:tgtEl>
                                        <p:attrNameLst>
                                          <p:attrName>ppt_x</p:attrName>
                                        </p:attrNameLst>
                                      </p:cBhvr>
                                      <p:tavLst>
                                        <p:tav tm="0">
                                          <p:val>
                                            <p:strVal val="ppt_x"/>
                                          </p:val>
                                        </p:tav>
                                        <p:tav tm="100000">
                                          <p:val>
                                            <p:strVal val="ppt_x"/>
                                          </p:val>
                                        </p:tav>
                                      </p:tavLst>
                                    </p:anim>
                                    <p:anim calcmode="lin" valueType="num">
                                      <p:cBhvr additive="base">
                                        <p:cTn id="7" dur="500"/>
                                        <p:tgtEl>
                                          <p:spTgt spid="3"/>
                                        </p:tgtEl>
                                        <p:attrNameLst>
                                          <p:attrName>ppt_y</p:attrName>
                                        </p:attrNameLst>
                                      </p:cBhvr>
                                      <p:tavLst>
                                        <p:tav tm="0">
                                          <p:val>
                                            <p:strVal val="ppt_y"/>
                                          </p:val>
                                        </p:tav>
                                        <p:tav tm="100000">
                                          <p:val>
                                            <p:strVal val="1+ppt_h/2"/>
                                          </p:val>
                                        </p:tav>
                                      </p:tavLst>
                                    </p:anim>
                                    <p:set>
                                      <p:cBhvr>
                                        <p:cTn id="8"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898D1B2A-33D3-50AC-7184-3228CBCCF026}"/>
              </a:ext>
            </a:extLst>
          </p:cNvPr>
          <p:cNvSpPr>
            <a:spLocks noGrp="1"/>
          </p:cNvSpPr>
          <p:nvPr>
            <p:ph type="title"/>
          </p:nvPr>
        </p:nvSpPr>
        <p:spPr>
          <a:xfrm>
            <a:off x="1219200" y="533400"/>
            <a:ext cx="6964363" cy="463550"/>
          </a:xfrm>
        </p:spPr>
        <p:txBody>
          <a:bodyPr/>
          <a:lstStyle/>
          <a:p>
            <a:r>
              <a:rPr lang="en-US" altLang="en-US" dirty="0"/>
              <a:t>OLAP Creation Process</a:t>
            </a:r>
          </a:p>
        </p:txBody>
      </p:sp>
      <p:sp>
        <p:nvSpPr>
          <p:cNvPr id="39939" name="Content Placeholder 2">
            <a:extLst>
              <a:ext uri="{FF2B5EF4-FFF2-40B4-BE49-F238E27FC236}">
                <a16:creationId xmlns:a16="http://schemas.microsoft.com/office/drawing/2014/main" id="{84D39F4F-8905-0E82-5072-B43F1B82F27E}"/>
              </a:ext>
            </a:extLst>
          </p:cNvPr>
          <p:cNvSpPr>
            <a:spLocks noGrp="1"/>
          </p:cNvSpPr>
          <p:nvPr>
            <p:ph idx="1"/>
          </p:nvPr>
        </p:nvSpPr>
        <p:spPr>
          <a:xfrm>
            <a:off x="990600" y="3253924"/>
            <a:ext cx="6931025" cy="2842075"/>
          </a:xfrm>
        </p:spPr>
        <p:txBody>
          <a:bodyPr>
            <a:normAutofit fontScale="77500" lnSpcReduction="20000"/>
          </a:bodyPr>
          <a:lstStyle/>
          <a:p>
            <a:r>
              <a:rPr lang="en-US" altLang="en-US" dirty="0"/>
              <a:t>2 usual ways to get action on OLAP:</a:t>
            </a:r>
          </a:p>
          <a:p>
            <a:pPr lvl="1"/>
            <a:r>
              <a:rPr lang="en-US" altLang="en-US" b="1" dirty="0"/>
              <a:t>ROLAP</a:t>
            </a:r>
            <a:r>
              <a:rPr lang="en-US" altLang="en-US" dirty="0"/>
              <a:t>: Relational OLAP, use SQL to query directly on relational tables.</a:t>
            </a:r>
          </a:p>
          <a:p>
            <a:pPr lvl="1"/>
            <a:r>
              <a:rPr lang="en-US" altLang="en-US" b="1" dirty="0"/>
              <a:t>MOLAP</a:t>
            </a:r>
            <a:r>
              <a:rPr lang="en-US" altLang="en-US" dirty="0"/>
              <a:t>: </a:t>
            </a:r>
            <a:r>
              <a:rPr lang="en-US" b="1" dirty="0"/>
              <a:t>Multidimensional OLAP,</a:t>
            </a:r>
            <a:r>
              <a:rPr lang="en-US" dirty="0"/>
              <a:t> data </a:t>
            </a:r>
            <a:r>
              <a:rPr lang="en-US" b="1" dirty="0"/>
              <a:t>aggregated</a:t>
            </a:r>
            <a:r>
              <a:rPr lang="en-US" dirty="0"/>
              <a:t> as flat file called OLAP cube for </a:t>
            </a:r>
            <a:r>
              <a:rPr lang="en-US" b="1" dirty="0"/>
              <a:t>fast slicing, dicing, roll-up, and drill-down</a:t>
            </a:r>
            <a:r>
              <a:rPr lang="en-US" dirty="0"/>
              <a:t> operations using MDX (Multidimensional Expression).</a:t>
            </a:r>
          </a:p>
          <a:p>
            <a:pPr lvl="1"/>
            <a:r>
              <a:rPr lang="en-US" altLang="en-US" b="1" dirty="0"/>
              <a:t>In Excel</a:t>
            </a:r>
            <a:r>
              <a:rPr lang="en-US" altLang="en-US" dirty="0"/>
              <a:t>: </a:t>
            </a:r>
          </a:p>
          <a:p>
            <a:pPr lvl="2"/>
            <a:r>
              <a:rPr lang="en-US" altLang="en-US" dirty="0"/>
              <a:t>Pivot table ~ MOLAP (deal with flat table)</a:t>
            </a:r>
          </a:p>
          <a:p>
            <a:pPr lvl="2"/>
            <a:r>
              <a:rPr lang="en-US" altLang="en-US" dirty="0"/>
              <a:t>Power Pivot ~ ROLAP (deal with relational tables)</a:t>
            </a:r>
            <a:br>
              <a:rPr lang="en-US" altLang="en-US" dirty="0"/>
            </a:br>
            <a:endParaRPr lang="en-US" altLang="en-US" dirty="0"/>
          </a:p>
        </p:txBody>
      </p:sp>
      <p:pic>
        <p:nvPicPr>
          <p:cNvPr id="39940" name="Picture 3">
            <a:extLst>
              <a:ext uri="{FF2B5EF4-FFF2-40B4-BE49-F238E27FC236}">
                <a16:creationId xmlns:a16="http://schemas.microsoft.com/office/drawing/2014/main" id="{57137E13-C101-8ADA-0BE3-5020A44170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6534" y="1142768"/>
            <a:ext cx="7450932" cy="192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985D-1D6D-45C6-8F7B-AAC7C0309B16}"/>
              </a:ext>
            </a:extLst>
          </p:cNvPr>
          <p:cNvSpPr>
            <a:spLocks noGrp="1"/>
          </p:cNvSpPr>
          <p:nvPr>
            <p:ph type="title"/>
          </p:nvPr>
        </p:nvSpPr>
        <p:spPr>
          <a:xfrm>
            <a:off x="457200" y="1447800"/>
            <a:ext cx="7543800" cy="774700"/>
          </a:xfrm>
        </p:spPr>
        <p:txBody>
          <a:bodyPr/>
          <a:lstStyle/>
          <a:p>
            <a:pPr>
              <a:defRPr/>
            </a:pPr>
            <a:r>
              <a:rPr lang="en-US" dirty="0">
                <a:solidFill>
                  <a:srgbClr val="0070C0"/>
                </a:solidFill>
              </a:rPr>
              <a:t>OLAP Operations</a:t>
            </a:r>
          </a:p>
        </p:txBody>
      </p:sp>
      <p:sp>
        <p:nvSpPr>
          <p:cNvPr id="3" name="Content Placeholder 2">
            <a:extLst>
              <a:ext uri="{FF2B5EF4-FFF2-40B4-BE49-F238E27FC236}">
                <a16:creationId xmlns:a16="http://schemas.microsoft.com/office/drawing/2014/main" id="{456FF39B-B84F-4702-9E45-6EBFDF40EB8D}"/>
              </a:ext>
            </a:extLst>
          </p:cNvPr>
          <p:cNvSpPr>
            <a:spLocks noGrp="1"/>
          </p:cNvSpPr>
          <p:nvPr>
            <p:ph idx="1"/>
          </p:nvPr>
        </p:nvSpPr>
        <p:spPr>
          <a:xfrm>
            <a:off x="457200" y="2222500"/>
            <a:ext cx="8534400" cy="4102100"/>
          </a:xfrm>
        </p:spPr>
        <p:txBody>
          <a:bodyPr>
            <a:normAutofit fontScale="62500" lnSpcReduction="20000"/>
          </a:bodyPr>
          <a:lstStyle/>
          <a:p>
            <a:pPr>
              <a:lnSpc>
                <a:spcPct val="110000"/>
              </a:lnSpc>
              <a:spcBef>
                <a:spcPts val="600"/>
              </a:spcBef>
              <a:spcAft>
                <a:spcPts val="600"/>
              </a:spcAft>
              <a:defRPr/>
            </a:pPr>
            <a:r>
              <a:rPr lang="en-US" sz="2800" dirty="0">
                <a:solidFill>
                  <a:srgbClr val="FF0000"/>
                </a:solidFill>
              </a:rPr>
              <a:t>Slice</a:t>
            </a:r>
            <a:r>
              <a:rPr lang="en-US" sz="2800" dirty="0"/>
              <a:t> - a subset of a multidimensional array</a:t>
            </a:r>
          </a:p>
          <a:p>
            <a:pPr lvl="1">
              <a:lnSpc>
                <a:spcPct val="110000"/>
              </a:lnSpc>
              <a:spcBef>
                <a:spcPts val="600"/>
              </a:spcBef>
              <a:spcAft>
                <a:spcPts val="600"/>
              </a:spcAft>
              <a:defRPr/>
            </a:pPr>
            <a:r>
              <a:rPr lang="en-US" sz="2400" dirty="0">
                <a:solidFill>
                  <a:schemeClr val="bg2"/>
                </a:solidFill>
              </a:rPr>
              <a:t>Slice on Year 2022 and Region North</a:t>
            </a:r>
          </a:p>
          <a:p>
            <a:pPr>
              <a:lnSpc>
                <a:spcPct val="110000"/>
              </a:lnSpc>
              <a:spcBef>
                <a:spcPts val="600"/>
              </a:spcBef>
              <a:spcAft>
                <a:spcPts val="600"/>
              </a:spcAft>
              <a:defRPr/>
            </a:pPr>
            <a:r>
              <a:rPr lang="en-US" sz="2800" dirty="0">
                <a:solidFill>
                  <a:srgbClr val="FF0000"/>
                </a:solidFill>
              </a:rPr>
              <a:t>Dice</a:t>
            </a:r>
            <a:r>
              <a:rPr lang="en-US" sz="2800" dirty="0"/>
              <a:t> - a slice on more than two dimensions</a:t>
            </a:r>
          </a:p>
          <a:p>
            <a:pPr lvl="1">
              <a:lnSpc>
                <a:spcPct val="110000"/>
              </a:lnSpc>
              <a:spcBef>
                <a:spcPts val="600"/>
              </a:spcBef>
              <a:spcAft>
                <a:spcPts val="600"/>
              </a:spcAft>
              <a:defRPr/>
            </a:pPr>
            <a:r>
              <a:rPr lang="en-US" sz="2400" dirty="0">
                <a:solidFill>
                  <a:schemeClr val="bg2"/>
                </a:solidFill>
              </a:rPr>
              <a:t>Dice to see only Year 2022-2023, Products (A, B), Region(North, South)</a:t>
            </a:r>
          </a:p>
          <a:p>
            <a:pPr>
              <a:lnSpc>
                <a:spcPct val="110000"/>
              </a:lnSpc>
              <a:spcBef>
                <a:spcPts val="600"/>
              </a:spcBef>
              <a:spcAft>
                <a:spcPts val="600"/>
              </a:spcAft>
              <a:defRPr/>
            </a:pPr>
            <a:r>
              <a:rPr lang="en-US" sz="2800" dirty="0">
                <a:solidFill>
                  <a:srgbClr val="FF0000"/>
                </a:solidFill>
              </a:rPr>
              <a:t>Drill Down/(Roll) Up </a:t>
            </a:r>
            <a:r>
              <a:rPr lang="en-US" sz="2800" dirty="0"/>
              <a:t>- navigating among levels of data ranging from the most summarized (up) to the most detailed (down)</a:t>
            </a:r>
          </a:p>
          <a:p>
            <a:pPr lvl="1">
              <a:lnSpc>
                <a:spcPct val="110000"/>
              </a:lnSpc>
              <a:spcBef>
                <a:spcPts val="600"/>
              </a:spcBef>
              <a:spcAft>
                <a:spcPts val="600"/>
              </a:spcAft>
              <a:defRPr/>
            </a:pPr>
            <a:r>
              <a:rPr lang="en-US" sz="2400" dirty="0">
                <a:solidFill>
                  <a:schemeClr val="bg2"/>
                </a:solidFill>
              </a:rPr>
              <a:t>Year </a:t>
            </a:r>
            <a:r>
              <a:rPr lang="en-US" sz="2400" dirty="0">
                <a:solidFill>
                  <a:schemeClr val="bg2"/>
                </a:solidFill>
                <a:sym typeface="Wingdings" pitchFamily="2" charset="2"/>
              </a:rPr>
              <a:t> Drill down to Year/Quarter  Month</a:t>
            </a:r>
          </a:p>
          <a:p>
            <a:pPr lvl="1">
              <a:lnSpc>
                <a:spcPct val="110000"/>
              </a:lnSpc>
              <a:spcBef>
                <a:spcPts val="600"/>
              </a:spcBef>
              <a:spcAft>
                <a:spcPts val="600"/>
              </a:spcAft>
              <a:defRPr/>
            </a:pPr>
            <a:r>
              <a:rPr lang="en-US" sz="2400" dirty="0">
                <a:solidFill>
                  <a:schemeClr val="bg2"/>
                </a:solidFill>
              </a:rPr>
              <a:t>Year/Quarter </a:t>
            </a:r>
            <a:r>
              <a:rPr lang="en-US" sz="2400" dirty="0">
                <a:solidFill>
                  <a:schemeClr val="bg2"/>
                </a:solidFill>
                <a:sym typeface="Wingdings" pitchFamily="2" charset="2"/>
              </a:rPr>
              <a:t> Roll up to Year</a:t>
            </a:r>
            <a:endParaRPr lang="en-US" sz="2400" dirty="0">
              <a:solidFill>
                <a:schemeClr val="bg2"/>
              </a:solidFill>
            </a:endParaRPr>
          </a:p>
          <a:p>
            <a:pPr>
              <a:lnSpc>
                <a:spcPct val="110000"/>
              </a:lnSpc>
              <a:spcBef>
                <a:spcPts val="600"/>
              </a:spcBef>
              <a:spcAft>
                <a:spcPts val="600"/>
              </a:spcAft>
              <a:defRPr/>
            </a:pPr>
            <a:r>
              <a:rPr lang="en-US" sz="2800" dirty="0">
                <a:solidFill>
                  <a:srgbClr val="FF0000"/>
                </a:solidFill>
              </a:rPr>
              <a:t>Pivot</a:t>
            </a:r>
            <a:r>
              <a:rPr lang="en-US" sz="2800" dirty="0"/>
              <a:t> - used to change the dimensional orientation of a report or an ad hoc query-page display</a:t>
            </a:r>
          </a:p>
          <a:p>
            <a:pPr lvl="1">
              <a:lnSpc>
                <a:spcPct val="110000"/>
              </a:lnSpc>
              <a:spcBef>
                <a:spcPts val="600"/>
              </a:spcBef>
              <a:spcAft>
                <a:spcPts val="600"/>
              </a:spcAft>
              <a:defRPr/>
            </a:pPr>
            <a:r>
              <a:rPr lang="en-US" sz="2500" dirty="0">
                <a:solidFill>
                  <a:schemeClr val="bg2"/>
                </a:solidFill>
              </a:rPr>
              <a:t>Region on X, Time on Y, Product on Z-axis </a:t>
            </a:r>
            <a:r>
              <a:rPr lang="en-US" sz="2500" dirty="0">
                <a:solidFill>
                  <a:schemeClr val="bg2"/>
                </a:solidFill>
                <a:sym typeface="Wingdings" pitchFamily="2" charset="2"/>
              </a:rPr>
              <a:t> Time, Product, Region</a:t>
            </a:r>
            <a:endParaRPr lang="en-US" sz="2500" dirty="0">
              <a:solidFill>
                <a:schemeClr val="bg2"/>
              </a:solidFill>
            </a:endParaRPr>
          </a:p>
        </p:txBody>
      </p:sp>
      <p:sp>
        <p:nvSpPr>
          <p:cNvPr id="41988" name="Footer Placeholder 3">
            <a:extLst>
              <a:ext uri="{FF2B5EF4-FFF2-40B4-BE49-F238E27FC236}">
                <a16:creationId xmlns:a16="http://schemas.microsoft.com/office/drawing/2014/main" id="{9D13EE48-5DEA-6984-7A96-3978C8E6DD0C}"/>
              </a:ext>
            </a:extLst>
          </p:cNvPr>
          <p:cNvSpPr>
            <a:spLocks noGrp="1"/>
          </p:cNvSpPr>
          <p:nvPr>
            <p:ph type="ftr" sz="quarter" idx="4294967295"/>
          </p:nvPr>
        </p:nvSpPr>
        <p:spPr bwMode="auto">
          <a:xfrm>
            <a:off x="1600200" y="6413500"/>
            <a:ext cx="3810000" cy="2159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folHlink"/>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folHlink"/>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folHlink"/>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folHlink"/>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folHlink"/>
                </a:solidFill>
                <a:latin typeface="Tahoma" panose="020B0604030504040204" pitchFamily="34" charset="0"/>
              </a:defRPr>
            </a:lvl9pPr>
          </a:lstStyle>
          <a:p>
            <a:pPr algn="ctr" eaLnBrk="1" hangingPunct="1">
              <a:spcBef>
                <a:spcPct val="0"/>
              </a:spcBef>
              <a:buClrTx/>
              <a:buSzTx/>
              <a:buFontTx/>
              <a:buNone/>
            </a:pPr>
            <a:r>
              <a:rPr lang="en-US" altLang="en-US" sz="1400" b="1">
                <a:solidFill>
                  <a:srgbClr val="CC3300"/>
                </a:solidFill>
                <a:cs typeface="Arial" panose="020B0604020202020204" pitchFamily="34" charset="0"/>
              </a:rPr>
              <a:t>Slide 3-</a:t>
            </a:r>
            <a:fld id="{6FF3015D-E616-5842-9A0F-E5CC63B79722}" type="slidenum">
              <a:rPr lang="en-US" altLang="en-US" sz="1400" b="1">
                <a:solidFill>
                  <a:srgbClr val="CC3300"/>
                </a:solidFill>
                <a:cs typeface="Arial" panose="020B0604020202020204" pitchFamily="34" charset="0"/>
              </a:rPr>
              <a:pPr algn="ctr" eaLnBrk="1" hangingPunct="1">
                <a:spcBef>
                  <a:spcPct val="0"/>
                </a:spcBef>
                <a:buClrTx/>
                <a:buSzTx/>
                <a:buFontTx/>
                <a:buNone/>
              </a:pPr>
              <a:t>9</a:t>
            </a:fld>
            <a:endParaRPr lang="en-US" altLang="en-US" sz="1400" b="1">
              <a:solidFill>
                <a:srgbClr val="CC3300"/>
              </a:solidFill>
              <a:cs typeface="Arial" panose="020B0604020202020204" pitchFamily="34" charset="0"/>
            </a:endParaRPr>
          </a:p>
        </p:txBody>
      </p:sp>
      <p:pic>
        <p:nvPicPr>
          <p:cNvPr id="41989" name="Picture 6">
            <a:extLst>
              <a:ext uri="{FF2B5EF4-FFF2-40B4-BE49-F238E27FC236}">
                <a16:creationId xmlns:a16="http://schemas.microsoft.com/office/drawing/2014/main" id="{6EB5FB5F-7234-4DC7-3272-AE6A078F7E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139700"/>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7">
            <a:extLst>
              <a:ext uri="{FF2B5EF4-FFF2-40B4-BE49-F238E27FC236}">
                <a16:creationId xmlns:a16="http://schemas.microsoft.com/office/drawing/2014/main" id="{E458BFD7-04A8-6247-4CF1-3A834A1449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24625" y="139700"/>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A2CD54AC-B0B5-C44B-62A9-03DEB8A94D01}"/>
              </a:ext>
            </a:extLst>
          </p:cNvPr>
          <p:cNvSpPr>
            <a:spLocks noGrp="1"/>
          </p:cNvSpPr>
          <p:nvPr>
            <p:ph type="title"/>
          </p:nvPr>
        </p:nvSpPr>
        <p:spPr>
          <a:xfrm>
            <a:off x="914400" y="76200"/>
            <a:ext cx="8001000" cy="439738"/>
          </a:xfrm>
        </p:spPr>
        <p:txBody>
          <a:bodyPr/>
          <a:lstStyle/>
          <a:p>
            <a:r>
              <a:rPr lang="en-US" altLang="en-US" b="1">
                <a:solidFill>
                  <a:srgbClr val="C00000"/>
                </a:solidFill>
              </a:rPr>
              <a:t>BUSINESS INTELLIGENCE</a:t>
            </a:r>
          </a:p>
        </p:txBody>
      </p:sp>
      <p:sp>
        <p:nvSpPr>
          <p:cNvPr id="3" name="Content Placeholder 2">
            <a:extLst>
              <a:ext uri="{FF2B5EF4-FFF2-40B4-BE49-F238E27FC236}">
                <a16:creationId xmlns:a16="http://schemas.microsoft.com/office/drawing/2014/main" id="{4C9E0944-1FBE-4183-86ED-A4F41B3D6339}"/>
              </a:ext>
            </a:extLst>
          </p:cNvPr>
          <p:cNvSpPr>
            <a:spLocks noGrp="1"/>
          </p:cNvSpPr>
          <p:nvPr>
            <p:ph idx="1"/>
          </p:nvPr>
        </p:nvSpPr>
        <p:spPr>
          <a:xfrm>
            <a:off x="990600" y="1143000"/>
            <a:ext cx="7315200" cy="4572000"/>
          </a:xfrm>
        </p:spPr>
        <p:txBody>
          <a:bodyPr>
            <a:normAutofit/>
          </a:bodyPr>
          <a:lstStyle/>
          <a:p>
            <a:pPr>
              <a:buFont typeface="Brush Script MT" panose="03060802040406070304" pitchFamily="66" charset="0"/>
              <a:buChar char="O"/>
              <a:defRPr/>
            </a:pPr>
            <a:r>
              <a:rPr lang="en-US" b="1" i="1" dirty="0">
                <a:solidFill>
                  <a:schemeClr val="bg2">
                    <a:lumMod val="50000"/>
                  </a:schemeClr>
                </a:solidFill>
              </a:rPr>
              <a:t>Business intelligence (BI)</a:t>
            </a:r>
            <a:r>
              <a:rPr lang="en-US" dirty="0">
                <a:solidFill>
                  <a:schemeClr val="bg2">
                    <a:lumMod val="50000"/>
                  </a:schemeClr>
                </a:solidFill>
              </a:rPr>
              <a:t> </a:t>
            </a:r>
            <a:r>
              <a:rPr lang="en-US" dirty="0"/>
              <a:t>– applications and technologies used to gather, provide access to, and analyze data and information to support decision-making efforts</a:t>
            </a:r>
          </a:p>
          <a:p>
            <a:pPr>
              <a:buFont typeface="Brush Script MT" panose="03060802040406070304" pitchFamily="66" charset="0"/>
              <a:buChar char="O"/>
              <a:defRPr/>
            </a:pPr>
            <a:endParaRPr lang="en-US" dirty="0"/>
          </a:p>
          <a:p>
            <a:pPr>
              <a:buFont typeface="Brush Script MT" panose="03060802040406070304" pitchFamily="66" charset="0"/>
              <a:buChar char="O"/>
              <a:defRPr/>
            </a:pPr>
            <a:r>
              <a:rPr lang="en-US" dirty="0"/>
              <a:t>Paraphrase the challenges in business and challenges in war</a:t>
            </a:r>
          </a:p>
          <a:p>
            <a:pPr marL="533400" lvl="1" indent="-266700">
              <a:buFont typeface="Brush Script MT" panose="03060802040406070304" pitchFamily="66" charset="0"/>
              <a:buChar char="O"/>
              <a:defRPr/>
            </a:pPr>
            <a:r>
              <a:rPr lang="en-US" dirty="0"/>
              <a:t>Collecting information</a:t>
            </a:r>
          </a:p>
          <a:p>
            <a:pPr marL="533400" lvl="1" indent="-266700">
              <a:buFont typeface="Brush Script MT" panose="03060802040406070304" pitchFamily="66" charset="0"/>
              <a:buChar char="O"/>
              <a:defRPr/>
            </a:pPr>
            <a:r>
              <a:rPr lang="en-US" dirty="0"/>
              <a:t>Discerning patterns and meaning in the information</a:t>
            </a:r>
          </a:p>
          <a:p>
            <a:pPr marL="533400" lvl="1" indent="-266700">
              <a:buFont typeface="Brush Script MT" panose="03060802040406070304" pitchFamily="66" charset="0"/>
              <a:buChar char="O"/>
              <a:defRPr/>
            </a:pPr>
            <a:r>
              <a:rPr lang="en-US" dirty="0"/>
              <a:t>Responding to the resultant information</a:t>
            </a:r>
          </a:p>
          <a:p>
            <a:pPr lvl="1">
              <a:buFont typeface="Brush Script MT" panose="03060802040406070304" pitchFamily="66" charset="0"/>
              <a:buChar char="O"/>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3F08E8D-0562-4197-AF43-784B4D051230}"/>
              </a:ext>
            </a:extLst>
          </p:cNvPr>
          <p:cNvSpPr>
            <a:spLocks noGrp="1"/>
          </p:cNvSpPr>
          <p:nvPr>
            <p:ph type="title"/>
          </p:nvPr>
        </p:nvSpPr>
        <p:spPr>
          <a:xfrm>
            <a:off x="1127125" y="0"/>
            <a:ext cx="6964363" cy="1201738"/>
          </a:xfrm>
        </p:spPr>
        <p:txBody>
          <a:bodyPr>
            <a:normAutofit fontScale="90000"/>
          </a:bodyPr>
          <a:lstStyle/>
          <a:p>
            <a:pPr>
              <a:defRPr/>
            </a:pPr>
            <a:r>
              <a:rPr lang="en-US" altLang="en-US" b="1" dirty="0"/>
              <a:t>THE SOLUTION: BUSINESS INTELLIGENCE</a:t>
            </a:r>
            <a:endParaRPr lang="en-US" altLang="en-US" dirty="0"/>
          </a:p>
        </p:txBody>
      </p:sp>
      <p:sp>
        <p:nvSpPr>
          <p:cNvPr id="47107" name="Content Placeholder 2">
            <a:extLst>
              <a:ext uri="{FF2B5EF4-FFF2-40B4-BE49-F238E27FC236}">
                <a16:creationId xmlns:a16="http://schemas.microsoft.com/office/drawing/2014/main" id="{1092F54C-E581-4A22-54A5-C0D0BA1804DC}"/>
              </a:ext>
            </a:extLst>
          </p:cNvPr>
          <p:cNvSpPr>
            <a:spLocks noGrp="1"/>
          </p:cNvSpPr>
          <p:nvPr>
            <p:ph idx="1"/>
          </p:nvPr>
        </p:nvSpPr>
        <p:spPr>
          <a:xfrm>
            <a:off x="381000" y="5867400"/>
            <a:ext cx="8458200" cy="838200"/>
          </a:xfrm>
        </p:spPr>
        <p:txBody>
          <a:bodyPr/>
          <a:lstStyle/>
          <a:p>
            <a:pPr algn="ctr">
              <a:buFont typeface="Wingdings" pitchFamily="2" charset="2"/>
              <a:buNone/>
            </a:pPr>
            <a:r>
              <a:rPr lang="en-US" altLang="en-US" b="1"/>
              <a:t>BI Can Answer Tough Questions</a:t>
            </a:r>
          </a:p>
          <a:p>
            <a:endParaRPr lang="en-US" altLang="en-US">
              <a:solidFill>
                <a:srgbClr val="FF0000"/>
              </a:solidFill>
            </a:endParaRPr>
          </a:p>
        </p:txBody>
      </p:sp>
      <p:pic>
        <p:nvPicPr>
          <p:cNvPr id="47108" name="Picture 3" descr="bal76736_0913.jpg">
            <a:extLst>
              <a:ext uri="{FF2B5EF4-FFF2-40B4-BE49-F238E27FC236}">
                <a16:creationId xmlns:a16="http://schemas.microsoft.com/office/drawing/2014/main" id="{5C7A8413-FCA2-72CA-FC7D-BBD5CE5D8D3C}"/>
              </a:ext>
            </a:extLst>
          </p:cNvPr>
          <p:cNvPicPr>
            <a:picLocks noChangeAspect="1"/>
          </p:cNvPicPr>
          <p:nvPr/>
        </p:nvPicPr>
        <p:blipFill>
          <a:blip r:embed="rId3">
            <a:clrChange>
              <a:clrFrom>
                <a:srgbClr val="FFF8B0"/>
              </a:clrFrom>
              <a:clrTo>
                <a:srgbClr val="FFF8B0">
                  <a:alpha val="0"/>
                </a:srgbClr>
              </a:clrTo>
            </a:clrChange>
            <a:extLst>
              <a:ext uri="{28A0092B-C50C-407E-A947-70E740481C1C}">
                <a14:useLocalDpi xmlns:a14="http://schemas.microsoft.com/office/drawing/2010/main" val="0"/>
              </a:ext>
            </a:extLst>
          </a:blip>
          <a:srcRect l="28802" t="5882"/>
          <a:stretch>
            <a:fillRect/>
          </a:stretch>
        </p:blipFill>
        <p:spPr bwMode="auto">
          <a:xfrm>
            <a:off x="76200" y="1143000"/>
            <a:ext cx="895191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D5D30DCF-15E4-4F98-A707-4B1EAEDE8017}"/>
              </a:ext>
            </a:extLst>
          </p:cNvPr>
          <p:cNvSpPr/>
          <p:nvPr/>
        </p:nvSpPr>
        <p:spPr>
          <a:xfrm>
            <a:off x="762000" y="3352800"/>
            <a:ext cx="7696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60C8A834-B859-463F-B182-156A6EE126F3}"/>
              </a:ext>
            </a:extLst>
          </p:cNvPr>
          <p:cNvSpPr/>
          <p:nvPr/>
        </p:nvSpPr>
        <p:spPr>
          <a:xfrm>
            <a:off x="773113" y="4046538"/>
            <a:ext cx="7696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CB19CDFE-992C-4B6D-BF8D-92B4FEECF63E}"/>
              </a:ext>
            </a:extLst>
          </p:cNvPr>
          <p:cNvSpPr/>
          <p:nvPr/>
        </p:nvSpPr>
        <p:spPr>
          <a:xfrm>
            <a:off x="773113" y="4732338"/>
            <a:ext cx="7696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FA5FA99-2A47-468B-A086-9232923A7540}"/>
              </a:ext>
            </a:extLst>
          </p:cNvPr>
          <p:cNvSpPr>
            <a:spLocks noGrp="1"/>
          </p:cNvSpPr>
          <p:nvPr>
            <p:ph type="title"/>
          </p:nvPr>
        </p:nvSpPr>
        <p:spPr>
          <a:xfrm>
            <a:off x="1095375" y="609600"/>
            <a:ext cx="6964363" cy="1201738"/>
          </a:xfrm>
        </p:spPr>
        <p:txBody>
          <a:bodyPr/>
          <a:lstStyle/>
          <a:p>
            <a:r>
              <a:rPr lang="en-US" altLang="en-US" b="1">
                <a:solidFill>
                  <a:srgbClr val="C00000"/>
                </a:solidFill>
              </a:rPr>
              <a:t>BI’s Operational Value</a:t>
            </a:r>
          </a:p>
        </p:txBody>
      </p:sp>
      <p:sp>
        <p:nvSpPr>
          <p:cNvPr id="49155" name="Content Placeholder 2">
            <a:extLst>
              <a:ext uri="{FF2B5EF4-FFF2-40B4-BE49-F238E27FC236}">
                <a16:creationId xmlns:a16="http://schemas.microsoft.com/office/drawing/2014/main" id="{C0779AC1-F8B6-F8C6-F500-2EB8AEDD4FAA}"/>
              </a:ext>
            </a:extLst>
          </p:cNvPr>
          <p:cNvSpPr>
            <a:spLocks noGrp="1"/>
          </p:cNvSpPr>
          <p:nvPr>
            <p:ph idx="1"/>
          </p:nvPr>
        </p:nvSpPr>
        <p:spPr>
          <a:xfrm>
            <a:off x="914400" y="1676400"/>
            <a:ext cx="7467600" cy="4724400"/>
          </a:xfrm>
        </p:spPr>
        <p:txBody>
          <a:bodyPr/>
          <a:lstStyle/>
          <a:p>
            <a:r>
              <a:rPr lang="en-US" altLang="en-US">
                <a:latin typeface="Albertus (W1)"/>
              </a:rPr>
              <a:t>Richard Hackathorn’s graph demonstrating the value of operational BI</a:t>
            </a:r>
            <a:endParaRPr lang="en-US" altLang="en-US">
              <a:solidFill>
                <a:srgbClr val="FF0000"/>
              </a:solidFill>
            </a:endParaRPr>
          </a:p>
        </p:txBody>
      </p:sp>
      <p:pic>
        <p:nvPicPr>
          <p:cNvPr id="49156" name="Picture 3" descr="bal76736_0916.jpg">
            <a:extLst>
              <a:ext uri="{FF2B5EF4-FFF2-40B4-BE49-F238E27FC236}">
                <a16:creationId xmlns:a16="http://schemas.microsoft.com/office/drawing/2014/main" id="{572B0536-BDAB-AF6A-0638-095BA177E29C}"/>
              </a:ext>
            </a:extLst>
          </p:cNvPr>
          <p:cNvPicPr>
            <a:picLocks noChangeAspect="1"/>
          </p:cNvPicPr>
          <p:nvPr/>
        </p:nvPicPr>
        <p:blipFill>
          <a:blip r:embed="rId3">
            <a:clrChange>
              <a:clrFrom>
                <a:srgbClr val="FFF8B0"/>
              </a:clrFrom>
              <a:clrTo>
                <a:srgbClr val="FFF8B0">
                  <a:alpha val="0"/>
                </a:srgbClr>
              </a:clrTo>
            </a:clrChange>
            <a:extLst>
              <a:ext uri="{28A0092B-C50C-407E-A947-70E740481C1C}">
                <a14:useLocalDpi xmlns:a14="http://schemas.microsoft.com/office/drawing/2010/main" val="0"/>
              </a:ext>
            </a:extLst>
          </a:blip>
          <a:srcRect l="7999" t="6818" r="28734"/>
          <a:stretch>
            <a:fillRect/>
          </a:stretch>
        </p:blipFill>
        <p:spPr bwMode="auto">
          <a:xfrm>
            <a:off x="838200" y="2514600"/>
            <a:ext cx="7543800" cy="358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AF481E7D-B15A-4D36-9CA9-BCD3ED284B65}"/>
              </a:ext>
            </a:extLst>
          </p:cNvPr>
          <p:cNvSpPr>
            <a:spLocks noGrp="1"/>
          </p:cNvSpPr>
          <p:nvPr>
            <p:ph type="title"/>
          </p:nvPr>
        </p:nvSpPr>
        <p:spPr>
          <a:xfrm>
            <a:off x="1017697" y="216695"/>
            <a:ext cx="6964363" cy="1201737"/>
          </a:xfrm>
        </p:spPr>
        <p:txBody>
          <a:bodyPr>
            <a:normAutofit fontScale="90000"/>
          </a:bodyPr>
          <a:lstStyle/>
          <a:p>
            <a:pPr>
              <a:defRPr/>
            </a:pPr>
            <a:r>
              <a:rPr lang="en-US" b="1" dirty="0">
                <a:solidFill>
                  <a:srgbClr val="FF0000"/>
                </a:solidFill>
              </a:rPr>
              <a:t>BI’S OPERATIONAL VALUE</a:t>
            </a:r>
          </a:p>
        </p:txBody>
      </p:sp>
      <p:sp>
        <p:nvSpPr>
          <p:cNvPr id="3" name="Content Placeholder 2">
            <a:extLst>
              <a:ext uri="{FF2B5EF4-FFF2-40B4-BE49-F238E27FC236}">
                <a16:creationId xmlns:a16="http://schemas.microsoft.com/office/drawing/2014/main" id="{D15A3651-0449-41F1-8564-7EC0D186CEF4}"/>
              </a:ext>
            </a:extLst>
          </p:cNvPr>
          <p:cNvSpPr>
            <a:spLocks noGrp="1"/>
          </p:cNvSpPr>
          <p:nvPr>
            <p:ph idx="1"/>
          </p:nvPr>
        </p:nvSpPr>
        <p:spPr>
          <a:xfrm>
            <a:off x="895460" y="1431570"/>
            <a:ext cx="7334140" cy="4588230"/>
          </a:xfrm>
        </p:spPr>
        <p:txBody>
          <a:bodyPr>
            <a:normAutofit fontScale="92500" lnSpcReduction="10000"/>
          </a:bodyPr>
          <a:lstStyle/>
          <a:p>
            <a:pPr>
              <a:lnSpc>
                <a:spcPct val="110000"/>
              </a:lnSpc>
              <a:buFont typeface="Brush Script MT" panose="03060802040406070304" pitchFamily="66" charset="0"/>
              <a:buChar char="O"/>
              <a:defRPr/>
            </a:pPr>
            <a:r>
              <a:rPr lang="en-US" sz="2800" dirty="0"/>
              <a:t>Three latencies that impact the speed of decision making</a:t>
            </a:r>
          </a:p>
          <a:p>
            <a:pPr lvl="1">
              <a:lnSpc>
                <a:spcPct val="110000"/>
              </a:lnSpc>
              <a:buFont typeface="Arial" panose="020B0604020202020204" pitchFamily="34" charset="0"/>
              <a:buChar char="•"/>
              <a:defRPr/>
            </a:pPr>
            <a:r>
              <a:rPr lang="en-US" sz="3000" b="1" i="1" dirty="0"/>
              <a:t>Data latency  - </a:t>
            </a:r>
            <a:r>
              <a:rPr lang="en-US" sz="3000" dirty="0"/>
              <a:t>the time duration to make data ready for analysis</a:t>
            </a:r>
          </a:p>
          <a:p>
            <a:pPr lvl="1">
              <a:lnSpc>
                <a:spcPct val="110000"/>
              </a:lnSpc>
              <a:buFont typeface="Arial" panose="020B0604020202020204" pitchFamily="34" charset="0"/>
              <a:buChar char="•"/>
              <a:defRPr/>
            </a:pPr>
            <a:r>
              <a:rPr lang="en-US" sz="3000" b="1" i="1" dirty="0"/>
              <a:t>Analysis latency - </a:t>
            </a:r>
            <a:r>
              <a:rPr lang="en-US" sz="3000" dirty="0"/>
              <a:t>the time from which data are made available to the time when analysis is complete</a:t>
            </a:r>
          </a:p>
          <a:p>
            <a:pPr lvl="1">
              <a:lnSpc>
                <a:spcPct val="110000"/>
              </a:lnSpc>
              <a:buFont typeface="Arial" panose="020B0604020202020204" pitchFamily="34" charset="0"/>
              <a:buChar char="•"/>
              <a:defRPr/>
            </a:pPr>
            <a:r>
              <a:rPr lang="en-US" sz="3000" b="1" i="1" dirty="0"/>
              <a:t>Decision latency - </a:t>
            </a:r>
            <a:r>
              <a:rPr lang="en-US" sz="3000" dirty="0"/>
              <a:t>the time it takes a human to comprehend the analytic result and determine an appropriate action</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EFF76BA8-7B61-1F2B-7FB9-471D790B62BC}"/>
              </a:ext>
            </a:extLst>
          </p:cNvPr>
          <p:cNvSpPr>
            <a:spLocks noGrp="1"/>
          </p:cNvSpPr>
          <p:nvPr>
            <p:ph type="title"/>
          </p:nvPr>
        </p:nvSpPr>
        <p:spPr>
          <a:xfrm>
            <a:off x="1123950" y="76200"/>
            <a:ext cx="6964363" cy="1201738"/>
          </a:xfrm>
        </p:spPr>
        <p:txBody>
          <a:bodyPr/>
          <a:lstStyle/>
          <a:p>
            <a:r>
              <a:rPr lang="en-US" altLang="en-US">
                <a:solidFill>
                  <a:srgbClr val="FF0000"/>
                </a:solidFill>
              </a:rPr>
              <a:t>Objective learning review</a:t>
            </a:r>
          </a:p>
        </p:txBody>
      </p:sp>
      <p:sp>
        <p:nvSpPr>
          <p:cNvPr id="65539" name="Content Placeholder 2">
            <a:extLst>
              <a:ext uri="{FF2B5EF4-FFF2-40B4-BE49-F238E27FC236}">
                <a16:creationId xmlns:a16="http://schemas.microsoft.com/office/drawing/2014/main" id="{20A89E59-E3DD-B299-08EC-4D3D0081199C}"/>
              </a:ext>
            </a:extLst>
          </p:cNvPr>
          <p:cNvSpPr>
            <a:spLocks noGrp="1"/>
          </p:cNvSpPr>
          <p:nvPr>
            <p:ph idx="1"/>
          </p:nvPr>
        </p:nvSpPr>
        <p:spPr>
          <a:xfrm>
            <a:off x="762000" y="1066800"/>
            <a:ext cx="7772400" cy="5257800"/>
          </a:xfrm>
        </p:spPr>
        <p:txBody>
          <a:bodyPr/>
          <a:lstStyle/>
          <a:p>
            <a:pPr>
              <a:spcAft>
                <a:spcPts val="600"/>
              </a:spcAft>
            </a:pPr>
            <a:r>
              <a:rPr lang="en-US" altLang="en-US" dirty="0"/>
              <a:t>DW is subjected-oriented DB specially designed to support decision making without disrupting daily operations.</a:t>
            </a:r>
          </a:p>
          <a:p>
            <a:pPr>
              <a:spcAft>
                <a:spcPts val="600"/>
              </a:spcAft>
            </a:pPr>
            <a:r>
              <a:rPr lang="en-US" altLang="en-US" dirty="0">
                <a:solidFill>
                  <a:srgbClr val="0070C0"/>
                </a:solidFill>
              </a:rPr>
              <a:t>OLAP and BI are tools equipped to DW for analytics.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Business Driven Technology&amp;#x0D;&amp;#x0A;Unit 2&amp;quot;&quot;/&gt;&lt;property id=&quot;20307&quot; value=&quot;285&quot;/&gt;&lt;/object&gt;&lt;object type=&quot;3&quot; unique_id=&quot;10005&quot;&gt;&lt;property id=&quot;20148&quot; value=&quot;5&quot;/&gt;&lt;property id=&quot;20300&quot; value=&quot;Slide 2 - &amp;quot;Unit Two&amp;quot;&quot;/&gt;&lt;property id=&quot;20307&quot; value=&quot;341&quot;/&gt;&lt;/object&gt;&lt;object type=&quot;3&quot; unique_id=&quot;10006&quot;&gt;&lt;property id=&quot;20148&quot; value=&quot;5&quot;/&gt;&lt;property id=&quot;20300&quot; value=&quot;Slide 3 - &amp;quot;Chapter 08&amp;quot;&quot;/&gt;&lt;property id=&quot;20307&quot; value=&quot;355&quot;/&gt;&lt;/object&gt;&lt;object type=&quot;3&quot; unique_id=&quot;10007&quot;&gt;&lt;property id=&quot;20148&quot; value=&quot;5&quot;/&gt;&lt;property id=&quot;20300&quot; value=&quot;Slide 4 - &amp;quot;LEARNING OUTCOMES&amp;quot;&quot;/&gt;&lt;property id=&quot;20307&quot; value=&quot;356&quot;/&gt;&lt;/object&gt;&lt;object type=&quot;3&quot; unique_id=&quot;10008&quot;&gt;&lt;property id=&quot;20148&quot; value=&quot;5&quot;/&gt;&lt;property id=&quot;20300&quot; value=&quot;Slide 5 - &amp;quot;History of Data Warehousing&amp;quot;&quot;/&gt;&lt;property id=&quot;20307&quot; value=&quot;360&quot;/&gt;&lt;/object&gt;&lt;object type=&quot;3&quot; unique_id=&quot;10009&quot;&gt;&lt;property id=&quot;20148&quot; value=&quot;5&quot;/&gt;&lt;property id=&quot;20300&quot; value=&quot;Slide 6 - &amp;quot;Data Warehouse Fundamentals&amp;quot;&quot;/&gt;&lt;property id=&quot;20307&quot; value=&quot;361&quot;/&gt;&lt;/object&gt;&lt;object type=&quot;3&quot; unique_id=&quot;10010&quot;&gt;&lt;property id=&quot;20148&quot; value=&quot;5&quot;/&gt;&lt;property id=&quot;20300&quot; value=&quot;Slide 7 - &amp;quot;Data Warehouse Fundamentals&amp;quot;&quot;/&gt;&lt;property id=&quot;20307&quot; value=&quot;362&quot;/&gt;&lt;/object&gt;&lt;object type=&quot;3&quot; unique_id=&quot;10011&quot;&gt;&lt;property id=&quot;20148&quot; value=&quot;5&quot;/&gt;&lt;property id=&quot;20300&quot; value=&quot;Slide 8 - &amp;quot;Data Warehouse Fundamentals&amp;quot;&quot;/&gt;&lt;property id=&quot;20307&quot; value=&quot;363&quot;/&gt;&lt;/object&gt;&lt;object type=&quot;3&quot; unique_id=&quot;10012&quot;&gt;&lt;property id=&quot;20148&quot; value=&quot;5&quot;/&gt;&lt;property id=&quot;20300&quot; value=&quot;Slide 9 - &amp;quot;Multidimensional Analysis &amp;#x0D;&amp;#x0A;and Data Mining &amp;quot;&quot;/&gt;&lt;property id=&quot;20307&quot; value=&quot;364&quot;/&gt;&lt;/object&gt;&lt;object type=&quot;3&quot; unique_id=&quot;10013&quot;&gt;&lt;property id=&quot;20148&quot; value=&quot;5&quot;/&gt;&lt;property id=&quot;20300&quot; value=&quot;Slide 10 - &amp;quot;Multidimensional Analysis &amp;#x0D;&amp;#x0A;and Data Mining&amp;quot;&quot;/&gt;&lt;property id=&quot;20307&quot; value=&quot;365&quot;/&gt;&lt;/object&gt;&lt;object type=&quot;3&quot; unique_id=&quot;10014&quot;&gt;&lt;property id=&quot;20148&quot; value=&quot;5&quot;/&gt;&lt;property id=&quot;20300&quot; value=&quot;Slide 11 - &amp;quot;Multidimensional Analysis &amp;#x0D;&amp;#x0A;and Data Mining&amp;quot;&quot;/&gt;&lt;property id=&quot;20307&quot; value=&quot;366&quot;/&gt;&lt;/object&gt;&lt;object type=&quot;3&quot; unique_id=&quot;10015&quot;&gt;&lt;property id=&quot;20148&quot; value=&quot;5&quot;/&gt;&lt;property id=&quot;20300&quot; value=&quot;Slide 12 - &amp;quot;Information Cleansing or Scrubbing &amp;quot;&quot;/&gt;&lt;property id=&quot;20307&quot; value=&quot;367&quot;/&gt;&lt;/object&gt;&lt;object type=&quot;3&quot; unique_id=&quot;10016&quot;&gt;&lt;property id=&quot;20148&quot; value=&quot;5&quot;/&gt;&lt;property id=&quot;20300&quot; value=&quot;Slide 13 - &amp;quot;Information Cleansing or Scrubbing&amp;quot;&quot;/&gt;&lt;property id=&quot;20307&quot; value=&quot;368&quot;/&gt;&lt;/object&gt;&lt;object type=&quot;3&quot; unique_id=&quot;10017&quot;&gt;&lt;property id=&quot;20148&quot; value=&quot;5&quot;/&gt;&lt;property id=&quot;20300&quot; value=&quot;Slide 14 - &amp;quot;Information Cleansing or Scrubbing&amp;quot;&quot;/&gt;&lt;property id=&quot;20307&quot; value=&quot;369&quot;/&gt;&lt;/object&gt;&lt;object type=&quot;3&quot; unique_id=&quot;10018&quot;&gt;&lt;property id=&quot;20148&quot; value=&quot;5&quot;/&gt;&lt;property id=&quot;20300&quot; value=&quot;Slide 15 - &amp;quot;Information Cleansing or Scrubbing&amp;quot;&quot;/&gt;&lt;property id=&quot;20307&quot; value=&quot;370&quot;/&gt;&lt;/object&gt;&lt;object type=&quot;3&quot; unique_id=&quot;10019&quot;&gt;&lt;property id=&quot;20148&quot; value=&quot;5&quot;/&gt;&lt;property id=&quot;20300&quot; value=&quot;Slide 16 - &amp;quot;Information Cleansing or Scrubbing&amp;quot;&quot;/&gt;&lt;property id=&quot;20307&quot; value=&quot;371&quot;/&gt;&lt;/object&gt;&lt;object type=&quot;3&quot; unique_id=&quot;10020&quot;&gt;&lt;property id=&quot;20148&quot; value=&quot;5&quot;/&gt;&lt;property id=&quot;20300&quot; value=&quot;Slide 17 - &amp;quot;Business Intelligence&amp;quot;&quot;/&gt;&lt;property id=&quot;20307&quot; value=&quot;372&quot;/&gt;&lt;/object&gt;&lt;object type=&quot;3&quot; unique_id=&quot;10021&quot;&gt;&lt;property id=&quot;20148&quot; value=&quot;5&quot;/&gt;&lt;property id=&quot;20300&quot; value=&quot;Slide 18 - &amp;quot;LEARNING OUTCOME REVIEW&amp;quot;&quot;/&gt;&lt;property id=&quot;20307&quot; value=&quot;339&quot;/&gt;&lt;/object&gt;&lt;/object&gt;&lt;/object&gt;&lt;/database&gt;"/>
  <p:tag name="SECTOMILLISECCONVERTED" val="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ppt/theme/theme2.xml><?xml version="1.0" encoding="utf-8"?>
<a:theme xmlns:a="http://schemas.openxmlformats.org/drawingml/2006/main" name="OSU_PPTemplate">
  <a:themeElements>
    <a:clrScheme name="OSU_PPTemplat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SU_PP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rgbClr val="CC3300"/>
            </a:solidFill>
            <a:effectLst>
              <a:outerShdw blurRad="38100" dist="38100" dir="2700000" algn="tl">
                <a:srgbClr val="000000">
                  <a:alpha val="43137"/>
                </a:srgbClr>
              </a:outerShdw>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rgbClr val="CC3300"/>
            </a:solidFill>
            <a:effectLst>
              <a:outerShdw blurRad="38100" dist="38100" dir="2700000" algn="tl">
                <a:srgbClr val="000000">
                  <a:alpha val="43137"/>
                </a:srgbClr>
              </a:outerShdw>
            </a:effectLst>
            <a:latin typeface="Tahoma" pitchFamily="34" charset="0"/>
          </a:defRPr>
        </a:defPPr>
      </a:lstStyle>
    </a:lnDef>
  </a:objectDefaults>
  <a:extraClrSchemeLst>
    <a:extraClrScheme>
      <a:clrScheme name="OSU_PPTemplat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OSU_PPTemplat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OSU_PPTemplat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OSU_PPTemplat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OSU_PPTemplat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OSU_PPTemplat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OSU_PPTemplat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SU_PPTemplate">
  <a:themeElements>
    <a:clrScheme name="OSU_PPTemplat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SU_PP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rgbClr val="CC3300"/>
            </a:solidFill>
            <a:effectLst>
              <a:outerShdw blurRad="38100" dist="38100" dir="2700000" algn="tl">
                <a:srgbClr val="000000">
                  <a:alpha val="43137"/>
                </a:srgbClr>
              </a:outerShdw>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rgbClr val="CC3300"/>
            </a:solidFill>
            <a:effectLst>
              <a:outerShdw blurRad="38100" dist="38100" dir="2700000" algn="tl">
                <a:srgbClr val="000000">
                  <a:alpha val="43137"/>
                </a:srgbClr>
              </a:outerShdw>
            </a:effectLst>
            <a:latin typeface="Tahoma" pitchFamily="34" charset="0"/>
          </a:defRPr>
        </a:defPPr>
      </a:lstStyle>
    </a:lnDef>
  </a:objectDefaults>
  <a:extraClrSchemeLst>
    <a:extraClrScheme>
      <a:clrScheme name="OSU_PPTemplat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OSU_PPTemplat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OSU_PPTemplat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OSU_PPTemplat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OSU_PPTemplat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OSU_PPTemplat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OSU_PPTemplat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1FC7ADD27A134B92D0C21C975B5030" ma:contentTypeVersion="8" ma:contentTypeDescription="Create a new document." ma:contentTypeScope="" ma:versionID="29b2d8f5016614ee7db90ae61d94d5a1">
  <xsd:schema xmlns:xsd="http://www.w3.org/2001/XMLSchema" xmlns:xs="http://www.w3.org/2001/XMLSchema" xmlns:p="http://schemas.microsoft.com/office/2006/metadata/properties" xmlns:ns2="89c7a8c3-a03a-420b-ac21-90cd38a91df7" targetNamespace="http://schemas.microsoft.com/office/2006/metadata/properties" ma:root="true" ma:fieldsID="230fff80464bdb34158622049499dd70" ns2:_="">
    <xsd:import namespace="89c7a8c3-a03a-420b-ac21-90cd38a91d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c7a8c3-a03a-420b-ac21-90cd38a91d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D12E66-5A89-46B7-BF03-B069D27C925F}"/>
</file>

<file path=customXml/itemProps2.xml><?xml version="1.0" encoding="utf-8"?>
<ds:datastoreItem xmlns:ds="http://schemas.openxmlformats.org/officeDocument/2006/customXml" ds:itemID="{27DCB7BC-FEC7-44D6-8FAE-78FC6FA8E0DC}"/>
</file>

<file path=customXml/itemProps3.xml><?xml version="1.0" encoding="utf-8"?>
<ds:datastoreItem xmlns:ds="http://schemas.openxmlformats.org/officeDocument/2006/customXml" ds:itemID="{86D681E3-EB97-440E-9CFE-1DCC5E645183}"/>
</file>

<file path=docProps/app.xml><?xml version="1.0" encoding="utf-8"?>
<Properties xmlns="http://schemas.openxmlformats.org/officeDocument/2006/extended-properties" xmlns:vt="http://schemas.openxmlformats.org/officeDocument/2006/docPropsVTypes">
  <Template>Pushpin</Template>
  <TotalTime>7188</TotalTime>
  <Words>1748</Words>
  <Application>Microsoft Macintosh PowerPoint</Application>
  <PresentationFormat>On-screen Show (4:3)</PresentationFormat>
  <Paragraphs>116</Paragraphs>
  <Slides>14</Slides>
  <Notes>9</Notes>
  <HiddenSlides>1</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14</vt:i4>
      </vt:variant>
    </vt:vector>
  </HeadingPairs>
  <TitlesOfParts>
    <vt:vector size="26" baseType="lpstr">
      <vt:lpstr>Brush Script MT</vt:lpstr>
      <vt:lpstr>Albertus (W1)</vt:lpstr>
      <vt:lpstr>Arial</vt:lpstr>
      <vt:lpstr>Constantia</vt:lpstr>
      <vt:lpstr>Franklin Gothic Book</vt:lpstr>
      <vt:lpstr>Rage Italic</vt:lpstr>
      <vt:lpstr>Tahoma</vt:lpstr>
      <vt:lpstr>Times New Roman</vt:lpstr>
      <vt:lpstr>Wingdings</vt:lpstr>
      <vt:lpstr>Pushpin</vt:lpstr>
      <vt:lpstr>OSU_PPTemplate</vt:lpstr>
      <vt:lpstr>1_OSU_PPTemplate</vt:lpstr>
      <vt:lpstr>PowerPoint Presentation</vt:lpstr>
      <vt:lpstr>LEARNING OUTCOMES</vt:lpstr>
      <vt:lpstr>Data Warehouse Fundamentals</vt:lpstr>
      <vt:lpstr>Data Integration and the Extraction, Transformation, and Load (ETL) Process</vt:lpstr>
      <vt:lpstr>Multidimensional Analysis  and Business Intelligence</vt:lpstr>
      <vt:lpstr>Representation of Data in DW</vt:lpstr>
      <vt:lpstr>Star Schema versus Snowflake Schema</vt:lpstr>
      <vt:lpstr>OLAP Creation Process</vt:lpstr>
      <vt:lpstr>OLAP Operations</vt:lpstr>
      <vt:lpstr>BUSINESS INTELLIGENCE</vt:lpstr>
      <vt:lpstr>THE SOLUTION: BUSINESS INTELLIGENCE</vt:lpstr>
      <vt:lpstr>BI’s Operational Value</vt:lpstr>
      <vt:lpstr>BI’S OPERATIONAL VALUE</vt:lpstr>
      <vt:lpstr>Objective learning review</vt:lpstr>
    </vt:vector>
  </TitlesOfParts>
  <Company>Daniels College of Business, University of Denver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Paige Baltzan</dc:creator>
  <cp:lastModifiedBy>BUNTHIT WATANAPA</cp:lastModifiedBy>
  <cp:revision>253</cp:revision>
  <dcterms:created xsi:type="dcterms:W3CDTF">2004-06-28T21:12:50Z</dcterms:created>
  <dcterms:modified xsi:type="dcterms:W3CDTF">2025-03-13T16:55:34Z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0x010100501FC7ADD27A134B92D0C21C975B5030</vt:lpwstr>
  </property>
</Properties>
</file>